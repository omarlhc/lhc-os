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3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465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EAE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rcRect/>
          <a:stretch/>
        </p:blipFill>
        <p:spPr>
          <a:xfrm>
            <a:off x="0" y="0"/>
            <a:ext cx="9144000" cy="5143500"/>
          </a:xfrm>
          <a:prstGeom prst="rect">
            <a:avLst/>
          </a:prstGeom>
        </p:spPr>
      </p:pic>
      <p:sp>
        <p:nvSpPr>
          <p:cNvPr id="3" name="Shape 0"/>
          <p:cNvSpPr/>
          <p:nvPr/>
        </p:nvSpPr>
        <p:spPr>
          <a:xfrm>
            <a:off x="0" y="0"/>
            <a:ext cx="50292" cy="5143500"/>
          </a:xfrm>
          <a:prstGeom prst="rect">
            <a:avLst/>
          </a:prstGeom>
          <a:solidFill>
            <a:srgbClr val="FFCB1A"/>
          </a:solidFill>
          <a:ln/>
        </p:spPr>
      </p:sp>
      <p:pic>
        <p:nvPicPr>
          <p:cNvPr id="4" name="Image 1" descr="preencoded.png"/>
          <p:cNvPicPr>
            <a:picLocks noChangeAspect="1"/>
          </p:cNvPicPr>
          <p:nvPr/>
        </p:nvPicPr>
        <p:blipFill>
          <a:blip r:embed="rId3"/>
          <a:stretch>
            <a:fillRect/>
          </a:stretch>
        </p:blipFill>
        <p:spPr>
          <a:xfrm>
            <a:off x="7150608" y="164592"/>
            <a:ext cx="1737360" cy="373191"/>
          </a:xfrm>
          <a:prstGeom prst="rect">
            <a:avLst/>
          </a:prstGeom>
        </p:spPr>
      </p:pic>
      <p:sp>
        <p:nvSpPr>
          <p:cNvPr id="5" name="Text 1"/>
          <p:cNvSpPr/>
          <p:nvPr/>
        </p:nvSpPr>
        <p:spPr>
          <a:xfrm>
            <a:off x="320040" y="4887468"/>
            <a:ext cx="3200400" cy="182880"/>
          </a:xfrm>
          <a:prstGeom prst="rect">
            <a:avLst/>
          </a:prstGeom>
          <a:noFill/>
          <a:ln/>
        </p:spPr>
        <p:txBody>
          <a:bodyPr wrap="square" lIns="0" tIns="0" rIns="0" bIns="0" rtlCol="0" anchor="ctr"/>
          <a:lstStyle/>
          <a:p>
            <a:pPr marL="0" indent="0" algn="l">
              <a:buNone/>
            </a:pPr>
            <a:r>
              <a:rPr lang="en-US" sz="800" b="1" kern="0" spc="100" dirty="0">
                <a:solidFill>
                  <a:srgbClr val="505151"/>
                </a:solidFill>
                <a:latin typeface="Futura" pitchFamily="34" charset="0"/>
                <a:ea typeface="Futura" pitchFamily="34" charset="-122"/>
                <a:cs typeface="Futura" pitchFamily="34" charset="-120"/>
              </a:rPr>
              <a:t>LIGHTHOUSE CONSTRUCTION</a:t>
            </a:r>
            <a:endParaRPr lang="en-US" sz="800" dirty="0"/>
          </a:p>
        </p:txBody>
      </p:sp>
      <p:sp>
        <p:nvSpPr>
          <p:cNvPr id="25" name="Slide Number Placeholder 0"/>
          <p:cNvSpPr>
            <a:spLocks noGrp="1"/>
          </p:cNvSpPr>
          <p:nvPr>
            <p:ph type="sldNum" sz="quarter" idx="4294967295"/>
          </p:nvPr>
        </p:nvSpPr>
        <p:spPr>
          <a:xfrm>
            <a:off x="8641080" y="4887468"/>
            <a:ext cx="27432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505151"/>
                </a:solidFill>
                <a:latin typeface="Proxima Nova"/>
                <a:ea typeface="Proxima Nova"/>
                <a:cs typeface="Proxima Nova"/>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rcRect/>
          <a:stretch/>
        </p:blipFill>
        <p:spPr>
          <a:xfrm>
            <a:off x="0" y="0"/>
            <a:ext cx="9144000" cy="5143500"/>
          </a:xfrm>
          <a:prstGeom prst="rect">
            <a:avLst/>
          </a:prstGeom>
        </p:spPr>
      </p:pic>
      <p:sp>
        <p:nvSpPr>
          <p:cNvPr id="3" name="Shape 0"/>
          <p:cNvSpPr/>
          <p:nvPr/>
        </p:nvSpPr>
        <p:spPr>
          <a:xfrm>
            <a:off x="0" y="0"/>
            <a:ext cx="50292" cy="5143500"/>
          </a:xfrm>
          <a:prstGeom prst="rect">
            <a:avLst/>
          </a:prstGeom>
          <a:solidFill>
            <a:srgbClr val="FFCB1A"/>
          </a:solidFill>
          <a:ln/>
        </p:spPr>
        <p:txBody>
          <a:bodyPr/>
          <a:lstStyle/>
          <a:p>
            <a:endParaRPr lang="en-US"/>
          </a:p>
        </p:txBody>
      </p:sp>
      <p:pic>
        <p:nvPicPr>
          <p:cNvPr id="4" name="Image 1" descr="preencoded.png"/>
          <p:cNvPicPr>
            <a:picLocks noChangeAspect="1"/>
          </p:cNvPicPr>
          <p:nvPr/>
        </p:nvPicPr>
        <p:blipFill>
          <a:blip r:embed="rId3"/>
          <a:stretch>
            <a:fillRect/>
          </a:stretch>
        </p:blipFill>
        <p:spPr>
          <a:xfrm>
            <a:off x="7150608" y="164592"/>
            <a:ext cx="1737360" cy="373191"/>
          </a:xfrm>
          <a:prstGeom prst="rect">
            <a:avLst/>
          </a:prstGeom>
        </p:spPr>
      </p:pic>
      <p:sp>
        <p:nvSpPr>
          <p:cNvPr id="5" name="Text 1"/>
          <p:cNvSpPr/>
          <p:nvPr/>
        </p:nvSpPr>
        <p:spPr>
          <a:xfrm>
            <a:off x="320040" y="4887468"/>
            <a:ext cx="3200400" cy="182880"/>
          </a:xfrm>
          <a:prstGeom prst="rect">
            <a:avLst/>
          </a:prstGeom>
          <a:noFill/>
          <a:ln/>
        </p:spPr>
        <p:txBody>
          <a:bodyPr wrap="square" lIns="0" tIns="0" rIns="0" bIns="0" rtlCol="0" anchor="ctr"/>
          <a:lstStyle/>
          <a:p>
            <a:pPr marL="0" indent="0" algn="l">
              <a:buNone/>
            </a:pPr>
            <a:r>
              <a:rPr lang="en-US" sz="800" b="1" kern="0" spc="100" dirty="0">
                <a:solidFill>
                  <a:srgbClr val="B4B4B5"/>
                </a:solidFill>
                <a:latin typeface="Futura" pitchFamily="34" charset="0"/>
                <a:ea typeface="Futura" pitchFamily="34" charset="-122"/>
                <a:cs typeface="Futura" pitchFamily="34" charset="-120"/>
              </a:rPr>
              <a:t>LIGHTHOUSE CONSTRUCTION</a:t>
            </a:r>
            <a:endParaRPr lang="en-US" sz="800" dirty="0"/>
          </a:p>
        </p:txBody>
      </p:sp>
      <p:sp>
        <p:nvSpPr>
          <p:cNvPr id="25" name="Slide Number Placeholder 0"/>
          <p:cNvSpPr>
            <a:spLocks noGrp="1"/>
          </p:cNvSpPr>
          <p:nvPr>
            <p:ph type="sldNum" sz="quarter" idx="4294967295"/>
          </p:nvPr>
        </p:nvSpPr>
        <p:spPr>
          <a:xfrm>
            <a:off x="8641080" y="4887468"/>
            <a:ext cx="27432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B4B4B5"/>
                </a:solidFill>
                <a:latin typeface="Proxima Nova"/>
                <a:ea typeface="Proxima Nova"/>
                <a:cs typeface="Proxima Nova"/>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641080" y="4887468"/>
            <a:ext cx="27432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505151"/>
                </a:solidFill>
                <a:latin typeface="Proxima Nova"/>
                <a:ea typeface="Proxima Nova"/>
                <a:cs typeface="Proxima Nova"/>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1600200"/>
            <a:ext cx="6583680" cy="960120"/>
          </a:xfrm>
          <a:prstGeom prst="rect">
            <a:avLst/>
          </a:prstGeom>
          <a:noFill/>
          <a:ln/>
        </p:spPr>
        <p:txBody>
          <a:bodyPr wrap="square" lIns="0" tIns="0" rIns="0" bIns="0" rtlCol="0" anchor="ctr"/>
          <a:lstStyle/>
          <a:p>
            <a:pPr marL="0" indent="0" algn="l">
              <a:buNone/>
            </a:pPr>
            <a:r>
              <a:rPr lang="en-US" sz="4200" b="1" kern="0" spc="200" dirty="0">
                <a:solidFill>
                  <a:srgbClr val="FFFFFF"/>
                </a:solidFill>
                <a:latin typeface="Futura" pitchFamily="34" charset="0"/>
                <a:ea typeface="Futura" pitchFamily="34" charset="-122"/>
                <a:cs typeface="Futura" pitchFamily="34" charset="-120"/>
              </a:rPr>
              <a:t>[PRESENTATION TITLE]</a:t>
            </a:r>
            <a:endParaRPr lang="en-US" sz="4200" dirty="0"/>
          </a:p>
        </p:txBody>
      </p:sp>
      <p:sp>
        <p:nvSpPr>
          <p:cNvPr id="3" name="Shape 1"/>
          <p:cNvSpPr/>
          <p:nvPr/>
        </p:nvSpPr>
        <p:spPr>
          <a:xfrm>
            <a:off x="502920" y="2633472"/>
            <a:ext cx="3840480" cy="20117"/>
          </a:xfrm>
          <a:prstGeom prst="rect">
            <a:avLst/>
          </a:prstGeom>
          <a:solidFill>
            <a:srgbClr val="FFCB1A"/>
          </a:solidFill>
          <a:ln w="12700">
            <a:solidFill>
              <a:srgbClr val="FFCB1A"/>
            </a:solidFill>
            <a:prstDash val="solid"/>
          </a:ln>
        </p:spPr>
        <p:txBody>
          <a:bodyPr/>
          <a:lstStyle/>
          <a:p>
            <a:endParaRPr lang="en-US"/>
          </a:p>
        </p:txBody>
      </p:sp>
      <p:sp>
        <p:nvSpPr>
          <p:cNvPr id="4" name="Text 2"/>
          <p:cNvSpPr/>
          <p:nvPr/>
        </p:nvSpPr>
        <p:spPr>
          <a:xfrm>
            <a:off x="502920" y="2761488"/>
            <a:ext cx="5943600" cy="365760"/>
          </a:xfrm>
          <a:prstGeom prst="rect">
            <a:avLst/>
          </a:prstGeom>
          <a:noFill/>
          <a:ln/>
        </p:spPr>
        <p:txBody>
          <a:bodyPr wrap="square" lIns="0" tIns="0" rIns="0" bIns="0" rtlCol="0" anchor="t"/>
          <a:lstStyle/>
          <a:p>
            <a:pPr marL="0" indent="0" algn="l">
              <a:buNone/>
            </a:pPr>
            <a:r>
              <a:rPr lang="en-US" sz="1700" dirty="0">
                <a:solidFill>
                  <a:srgbClr val="FFCB1A"/>
                </a:solidFill>
                <a:latin typeface="Futura" pitchFamily="34" charset="0"/>
                <a:ea typeface="Futura" pitchFamily="34" charset="-122"/>
                <a:cs typeface="Futura" pitchFamily="34" charset="-120"/>
              </a:rPr>
              <a:t>[Subtitle / Document Type]</a:t>
            </a:r>
            <a:endParaRPr lang="en-US" sz="1700" dirty="0"/>
          </a:p>
        </p:txBody>
      </p:sp>
      <p:sp>
        <p:nvSpPr>
          <p:cNvPr id="5" name="Text 3"/>
          <p:cNvSpPr/>
          <p:nvPr/>
        </p:nvSpPr>
        <p:spPr>
          <a:xfrm>
            <a:off x="502920" y="3172968"/>
            <a:ext cx="3657600" cy="256032"/>
          </a:xfrm>
          <a:prstGeom prst="rect">
            <a:avLst/>
          </a:prstGeom>
          <a:noFill/>
          <a:ln/>
        </p:spPr>
        <p:txBody>
          <a:bodyPr wrap="square" lIns="0" tIns="0" rIns="0" bIns="0" rtlCol="0" anchor="ctr"/>
          <a:lstStyle/>
          <a:p>
            <a:pPr marL="0" indent="0" algn="l">
              <a:buNone/>
            </a:pPr>
            <a:r>
              <a:rPr lang="en-US" sz="1100" dirty="0">
                <a:solidFill>
                  <a:srgbClr val="B4B4B5"/>
                </a:solidFill>
                <a:latin typeface="Proxima Nova" pitchFamily="34" charset="0"/>
                <a:ea typeface="Proxima Nova" pitchFamily="34" charset="-122"/>
                <a:cs typeface="Proxima Nova" pitchFamily="34" charset="-120"/>
              </a:rPr>
              <a:t>[Month Year]</a:t>
            </a:r>
            <a:endParaRPr lang="en-US" sz="1100" dirty="0"/>
          </a:p>
        </p:txBody>
      </p:sp>
      <p:sp>
        <p:nvSpPr>
          <p:cNvPr id="25" name="Slide Number Placeholder 0"/>
          <p:cNvSpPr>
            <a:spLocks noGrp="1"/>
          </p:cNvSpPr>
          <p:nvPr>
            <p:ph type="sldNum" sz="quarter" idx="4294967295"/>
          </p:nvPr>
        </p:nvSpPr>
        <p:spPr>
          <a:xfrm>
            <a:off x="8641080" y="4887468"/>
            <a:ext cx="27432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B4B4B5"/>
                </a:solidFill>
                <a:latin typeface="Proxima Nova"/>
                <a:ea typeface="Proxima Nova"/>
                <a:cs typeface="Proxima Nova"/>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37744"/>
            <a:ext cx="3657600" cy="365760"/>
          </a:xfrm>
          <a:prstGeom prst="rect">
            <a:avLst/>
          </a:prstGeom>
          <a:noFill/>
          <a:ln/>
        </p:spPr>
        <p:txBody>
          <a:bodyPr wrap="square" lIns="0" tIns="0" rIns="0" bIns="0" rtlCol="0" anchor="ctr"/>
          <a:lstStyle/>
          <a:p>
            <a:pPr marL="0" indent="0" algn="l">
              <a:buNone/>
            </a:pPr>
            <a:r>
              <a:rPr lang="en-US" sz="2200" b="1" kern="0" spc="300" dirty="0">
                <a:solidFill>
                  <a:srgbClr val="000000"/>
                </a:solidFill>
                <a:latin typeface="Futura" pitchFamily="34" charset="0"/>
                <a:ea typeface="Futura" pitchFamily="34" charset="-122"/>
                <a:cs typeface="Futura" pitchFamily="34" charset="-120"/>
              </a:rPr>
              <a:t>CONTENTS</a:t>
            </a:r>
            <a:endParaRPr lang="en-US" sz="2200" dirty="0"/>
          </a:p>
        </p:txBody>
      </p:sp>
      <p:sp>
        <p:nvSpPr>
          <p:cNvPr id="3" name="Shape 1"/>
          <p:cNvSpPr/>
          <p:nvPr/>
        </p:nvSpPr>
        <p:spPr>
          <a:xfrm>
            <a:off x="502920" y="640080"/>
            <a:ext cx="1463040" cy="20117"/>
          </a:xfrm>
          <a:prstGeom prst="rect">
            <a:avLst/>
          </a:prstGeom>
          <a:solidFill>
            <a:srgbClr val="FFCB1A"/>
          </a:solidFill>
          <a:ln w="12700">
            <a:solidFill>
              <a:srgbClr val="FFCB1A"/>
            </a:solidFill>
            <a:prstDash val="solid"/>
          </a:ln>
        </p:spPr>
        <p:txBody>
          <a:bodyPr/>
          <a:lstStyle/>
          <a:p>
            <a:endParaRPr lang="en-US"/>
          </a:p>
        </p:txBody>
      </p:sp>
      <p:sp>
        <p:nvSpPr>
          <p:cNvPr id="4" name="Text 2"/>
          <p:cNvSpPr/>
          <p:nvPr/>
        </p:nvSpPr>
        <p:spPr>
          <a:xfrm>
            <a:off x="502920" y="777240"/>
            <a:ext cx="566928" cy="475488"/>
          </a:xfrm>
          <a:prstGeom prst="rect">
            <a:avLst/>
          </a:prstGeom>
          <a:noFill/>
          <a:ln/>
        </p:spPr>
        <p:txBody>
          <a:bodyPr wrap="square" lIns="0" tIns="0" rIns="0" bIns="0" rtlCol="0" anchor="t"/>
          <a:lstStyle/>
          <a:p>
            <a:pPr marL="0" indent="0" algn="l">
              <a:buNone/>
            </a:pPr>
            <a:r>
              <a:rPr lang="en-US" sz="2600" b="1" dirty="0">
                <a:solidFill>
                  <a:srgbClr val="FFCB1A"/>
                </a:solidFill>
                <a:latin typeface="Futura" pitchFamily="34" charset="0"/>
                <a:ea typeface="Futura" pitchFamily="34" charset="-122"/>
                <a:cs typeface="Futura" pitchFamily="34" charset="-120"/>
              </a:rPr>
              <a:t>01</a:t>
            </a:r>
            <a:endParaRPr lang="en-US" sz="2600" dirty="0"/>
          </a:p>
        </p:txBody>
      </p:sp>
      <p:sp>
        <p:nvSpPr>
          <p:cNvPr id="5" name="Text 3"/>
          <p:cNvSpPr/>
          <p:nvPr/>
        </p:nvSpPr>
        <p:spPr>
          <a:xfrm>
            <a:off x="1170432" y="813816"/>
            <a:ext cx="5303520" cy="274320"/>
          </a:xfrm>
          <a:prstGeom prst="rect">
            <a:avLst/>
          </a:prstGeom>
          <a:noFill/>
          <a:ln/>
        </p:spPr>
        <p:txBody>
          <a:bodyPr wrap="square" lIns="0" tIns="0" rIns="0" bIns="0" rtlCol="0" anchor="t"/>
          <a:lstStyle/>
          <a:p>
            <a:pPr marL="0" indent="0" algn="l">
              <a:buNone/>
            </a:pPr>
            <a:r>
              <a:rPr lang="en-US" sz="1400" b="1" dirty="0">
                <a:solidFill>
                  <a:srgbClr val="000000"/>
                </a:solidFill>
                <a:latin typeface="Futura" pitchFamily="34" charset="0"/>
                <a:ea typeface="Futura" pitchFamily="34" charset="-122"/>
                <a:cs typeface="Futura" pitchFamily="34" charset="-120"/>
              </a:rPr>
              <a:t>[Section One]</a:t>
            </a:r>
            <a:endParaRPr lang="en-US" sz="1400" dirty="0"/>
          </a:p>
        </p:txBody>
      </p:sp>
      <p:sp>
        <p:nvSpPr>
          <p:cNvPr id="6" name="Text 4"/>
          <p:cNvSpPr/>
          <p:nvPr/>
        </p:nvSpPr>
        <p:spPr>
          <a:xfrm>
            <a:off x="1170432" y="1088136"/>
            <a:ext cx="5943600" cy="219456"/>
          </a:xfrm>
          <a:prstGeom prst="rect">
            <a:avLst/>
          </a:prstGeom>
          <a:noFill/>
          <a:ln/>
        </p:spPr>
        <p:txBody>
          <a:bodyPr wrap="square" lIns="0" tIns="0" rIns="0" bIns="0" rtlCol="0" anchor="t"/>
          <a:lstStyle/>
          <a:p>
            <a:pPr marL="0" indent="0" algn="l">
              <a:buNone/>
            </a:pPr>
            <a:r>
              <a:rPr lang="en-US" sz="1050" dirty="0">
                <a:solidFill>
                  <a:srgbClr val="505151"/>
                </a:solidFill>
                <a:latin typeface="Proxima Nova" pitchFamily="34" charset="0"/>
                <a:ea typeface="Proxima Nova" pitchFamily="34" charset="-122"/>
                <a:cs typeface="Proxima Nova" pitchFamily="34" charset="-120"/>
              </a:rPr>
              <a:t>[Brief descriptor of this section]</a:t>
            </a:r>
            <a:endParaRPr lang="en-US" sz="1050" dirty="0"/>
          </a:p>
        </p:txBody>
      </p:sp>
      <p:sp>
        <p:nvSpPr>
          <p:cNvPr id="7" name="Shape 5"/>
          <p:cNvSpPr/>
          <p:nvPr/>
        </p:nvSpPr>
        <p:spPr>
          <a:xfrm>
            <a:off x="502920" y="1408176"/>
            <a:ext cx="7863840" cy="9144"/>
          </a:xfrm>
          <a:prstGeom prst="rect">
            <a:avLst/>
          </a:prstGeom>
          <a:solidFill>
            <a:srgbClr val="DED5CD"/>
          </a:solidFill>
          <a:ln w="12700">
            <a:solidFill>
              <a:srgbClr val="DED5CD"/>
            </a:solidFill>
            <a:prstDash val="solid"/>
          </a:ln>
        </p:spPr>
        <p:txBody>
          <a:bodyPr/>
          <a:lstStyle/>
          <a:p>
            <a:endParaRPr lang="en-US"/>
          </a:p>
        </p:txBody>
      </p:sp>
      <p:sp>
        <p:nvSpPr>
          <p:cNvPr id="8" name="Text 6"/>
          <p:cNvSpPr/>
          <p:nvPr/>
        </p:nvSpPr>
        <p:spPr>
          <a:xfrm>
            <a:off x="502920" y="1472184"/>
            <a:ext cx="566928" cy="475488"/>
          </a:xfrm>
          <a:prstGeom prst="rect">
            <a:avLst/>
          </a:prstGeom>
          <a:noFill/>
          <a:ln/>
        </p:spPr>
        <p:txBody>
          <a:bodyPr wrap="square" lIns="0" tIns="0" rIns="0" bIns="0" rtlCol="0" anchor="t"/>
          <a:lstStyle/>
          <a:p>
            <a:pPr marL="0" indent="0" algn="l">
              <a:buNone/>
            </a:pPr>
            <a:r>
              <a:rPr lang="en-US" sz="2600" b="1" dirty="0">
                <a:solidFill>
                  <a:srgbClr val="FFCB1A"/>
                </a:solidFill>
                <a:latin typeface="Futura" pitchFamily="34" charset="0"/>
                <a:ea typeface="Futura" pitchFamily="34" charset="-122"/>
                <a:cs typeface="Futura" pitchFamily="34" charset="-120"/>
              </a:rPr>
              <a:t>02</a:t>
            </a:r>
            <a:endParaRPr lang="en-US" sz="2600" dirty="0"/>
          </a:p>
        </p:txBody>
      </p:sp>
      <p:sp>
        <p:nvSpPr>
          <p:cNvPr id="9" name="Text 7"/>
          <p:cNvSpPr/>
          <p:nvPr/>
        </p:nvSpPr>
        <p:spPr>
          <a:xfrm>
            <a:off x="1170432" y="1508760"/>
            <a:ext cx="5303520" cy="274320"/>
          </a:xfrm>
          <a:prstGeom prst="rect">
            <a:avLst/>
          </a:prstGeom>
          <a:noFill/>
          <a:ln/>
        </p:spPr>
        <p:txBody>
          <a:bodyPr wrap="square" lIns="0" tIns="0" rIns="0" bIns="0" rtlCol="0" anchor="t"/>
          <a:lstStyle/>
          <a:p>
            <a:pPr marL="0" indent="0" algn="l">
              <a:buNone/>
            </a:pPr>
            <a:r>
              <a:rPr lang="en-US" sz="1400" b="1" dirty="0">
                <a:solidFill>
                  <a:srgbClr val="000000"/>
                </a:solidFill>
                <a:latin typeface="Futura" pitchFamily="34" charset="0"/>
                <a:ea typeface="Futura" pitchFamily="34" charset="-122"/>
                <a:cs typeface="Futura" pitchFamily="34" charset="-120"/>
              </a:rPr>
              <a:t>[Section Two]</a:t>
            </a:r>
            <a:endParaRPr lang="en-US" sz="1400" dirty="0"/>
          </a:p>
        </p:txBody>
      </p:sp>
      <p:sp>
        <p:nvSpPr>
          <p:cNvPr id="10" name="Text 8"/>
          <p:cNvSpPr/>
          <p:nvPr/>
        </p:nvSpPr>
        <p:spPr>
          <a:xfrm>
            <a:off x="1170432" y="1783080"/>
            <a:ext cx="5943600" cy="219456"/>
          </a:xfrm>
          <a:prstGeom prst="rect">
            <a:avLst/>
          </a:prstGeom>
          <a:noFill/>
          <a:ln/>
        </p:spPr>
        <p:txBody>
          <a:bodyPr wrap="square" lIns="0" tIns="0" rIns="0" bIns="0" rtlCol="0" anchor="t"/>
          <a:lstStyle/>
          <a:p>
            <a:pPr marL="0" indent="0" algn="l">
              <a:buNone/>
            </a:pPr>
            <a:r>
              <a:rPr lang="en-US" sz="1050" dirty="0">
                <a:solidFill>
                  <a:srgbClr val="505151"/>
                </a:solidFill>
                <a:latin typeface="Proxima Nova" pitchFamily="34" charset="0"/>
                <a:ea typeface="Proxima Nova" pitchFamily="34" charset="-122"/>
                <a:cs typeface="Proxima Nova" pitchFamily="34" charset="-120"/>
              </a:rPr>
              <a:t>[Brief descriptor of this section]</a:t>
            </a:r>
            <a:endParaRPr lang="en-US" sz="1050" dirty="0"/>
          </a:p>
        </p:txBody>
      </p:sp>
      <p:sp>
        <p:nvSpPr>
          <p:cNvPr id="11" name="Shape 9"/>
          <p:cNvSpPr/>
          <p:nvPr/>
        </p:nvSpPr>
        <p:spPr>
          <a:xfrm>
            <a:off x="502920" y="2103120"/>
            <a:ext cx="7863840" cy="9144"/>
          </a:xfrm>
          <a:prstGeom prst="rect">
            <a:avLst/>
          </a:prstGeom>
          <a:solidFill>
            <a:srgbClr val="DED5CD"/>
          </a:solidFill>
          <a:ln w="12700">
            <a:solidFill>
              <a:srgbClr val="DED5CD"/>
            </a:solidFill>
            <a:prstDash val="solid"/>
          </a:ln>
        </p:spPr>
        <p:txBody>
          <a:bodyPr/>
          <a:lstStyle/>
          <a:p>
            <a:endParaRPr lang="en-US"/>
          </a:p>
        </p:txBody>
      </p:sp>
      <p:sp>
        <p:nvSpPr>
          <p:cNvPr id="12" name="Text 10"/>
          <p:cNvSpPr/>
          <p:nvPr/>
        </p:nvSpPr>
        <p:spPr>
          <a:xfrm>
            <a:off x="502920" y="2167128"/>
            <a:ext cx="566928" cy="475488"/>
          </a:xfrm>
          <a:prstGeom prst="rect">
            <a:avLst/>
          </a:prstGeom>
          <a:noFill/>
          <a:ln/>
        </p:spPr>
        <p:txBody>
          <a:bodyPr wrap="square" lIns="0" tIns="0" rIns="0" bIns="0" rtlCol="0" anchor="t"/>
          <a:lstStyle/>
          <a:p>
            <a:pPr marL="0" indent="0" algn="l">
              <a:buNone/>
            </a:pPr>
            <a:r>
              <a:rPr lang="en-US" sz="2600" b="1" dirty="0">
                <a:solidFill>
                  <a:srgbClr val="FFCB1A"/>
                </a:solidFill>
                <a:latin typeface="Futura" pitchFamily="34" charset="0"/>
                <a:ea typeface="Futura" pitchFamily="34" charset="-122"/>
                <a:cs typeface="Futura" pitchFamily="34" charset="-120"/>
              </a:rPr>
              <a:t>03</a:t>
            </a:r>
            <a:endParaRPr lang="en-US" sz="2600" dirty="0"/>
          </a:p>
        </p:txBody>
      </p:sp>
      <p:sp>
        <p:nvSpPr>
          <p:cNvPr id="13" name="Text 11"/>
          <p:cNvSpPr/>
          <p:nvPr/>
        </p:nvSpPr>
        <p:spPr>
          <a:xfrm>
            <a:off x="1170432" y="2203704"/>
            <a:ext cx="5303520" cy="274320"/>
          </a:xfrm>
          <a:prstGeom prst="rect">
            <a:avLst/>
          </a:prstGeom>
          <a:noFill/>
          <a:ln/>
        </p:spPr>
        <p:txBody>
          <a:bodyPr wrap="square" lIns="0" tIns="0" rIns="0" bIns="0" rtlCol="0" anchor="t"/>
          <a:lstStyle/>
          <a:p>
            <a:pPr marL="0" indent="0" algn="l">
              <a:buNone/>
            </a:pPr>
            <a:r>
              <a:rPr lang="en-US" sz="1400" b="1" dirty="0">
                <a:solidFill>
                  <a:srgbClr val="000000"/>
                </a:solidFill>
                <a:latin typeface="Futura" pitchFamily="34" charset="0"/>
                <a:ea typeface="Futura" pitchFamily="34" charset="-122"/>
                <a:cs typeface="Futura" pitchFamily="34" charset="-120"/>
              </a:rPr>
              <a:t>[Section Three]</a:t>
            </a:r>
            <a:endParaRPr lang="en-US" sz="1400" dirty="0"/>
          </a:p>
        </p:txBody>
      </p:sp>
      <p:sp>
        <p:nvSpPr>
          <p:cNvPr id="14" name="Text 12"/>
          <p:cNvSpPr/>
          <p:nvPr/>
        </p:nvSpPr>
        <p:spPr>
          <a:xfrm>
            <a:off x="1170432" y="2478024"/>
            <a:ext cx="5943600" cy="219456"/>
          </a:xfrm>
          <a:prstGeom prst="rect">
            <a:avLst/>
          </a:prstGeom>
          <a:noFill/>
          <a:ln/>
        </p:spPr>
        <p:txBody>
          <a:bodyPr wrap="square" lIns="0" tIns="0" rIns="0" bIns="0" rtlCol="0" anchor="t"/>
          <a:lstStyle/>
          <a:p>
            <a:pPr marL="0" indent="0" algn="l">
              <a:buNone/>
            </a:pPr>
            <a:r>
              <a:rPr lang="en-US" sz="1050" dirty="0">
                <a:solidFill>
                  <a:srgbClr val="505151"/>
                </a:solidFill>
                <a:latin typeface="Proxima Nova" pitchFamily="34" charset="0"/>
                <a:ea typeface="Proxima Nova" pitchFamily="34" charset="-122"/>
                <a:cs typeface="Proxima Nova" pitchFamily="34" charset="-120"/>
              </a:rPr>
              <a:t>[Brief descriptor of this section]</a:t>
            </a:r>
            <a:endParaRPr lang="en-US" sz="1050" dirty="0"/>
          </a:p>
        </p:txBody>
      </p:sp>
      <p:sp>
        <p:nvSpPr>
          <p:cNvPr id="15" name="Shape 13"/>
          <p:cNvSpPr/>
          <p:nvPr/>
        </p:nvSpPr>
        <p:spPr>
          <a:xfrm>
            <a:off x="502920" y="2798064"/>
            <a:ext cx="7863840" cy="9144"/>
          </a:xfrm>
          <a:prstGeom prst="rect">
            <a:avLst/>
          </a:prstGeom>
          <a:solidFill>
            <a:srgbClr val="DED5CD"/>
          </a:solidFill>
          <a:ln w="12700">
            <a:solidFill>
              <a:srgbClr val="DED5CD"/>
            </a:solidFill>
            <a:prstDash val="solid"/>
          </a:ln>
        </p:spPr>
        <p:txBody>
          <a:bodyPr/>
          <a:lstStyle/>
          <a:p>
            <a:endParaRPr lang="en-US"/>
          </a:p>
        </p:txBody>
      </p:sp>
      <p:sp>
        <p:nvSpPr>
          <p:cNvPr id="16" name="Text 14"/>
          <p:cNvSpPr/>
          <p:nvPr/>
        </p:nvSpPr>
        <p:spPr>
          <a:xfrm>
            <a:off x="502920" y="2862072"/>
            <a:ext cx="566928" cy="475488"/>
          </a:xfrm>
          <a:prstGeom prst="rect">
            <a:avLst/>
          </a:prstGeom>
          <a:noFill/>
          <a:ln/>
        </p:spPr>
        <p:txBody>
          <a:bodyPr wrap="square" lIns="0" tIns="0" rIns="0" bIns="0" rtlCol="0" anchor="t"/>
          <a:lstStyle/>
          <a:p>
            <a:pPr marL="0" indent="0" algn="l">
              <a:buNone/>
            </a:pPr>
            <a:r>
              <a:rPr lang="en-US" sz="2600" b="1" dirty="0">
                <a:solidFill>
                  <a:srgbClr val="FFCB1A"/>
                </a:solidFill>
                <a:latin typeface="Futura" pitchFamily="34" charset="0"/>
                <a:ea typeface="Futura" pitchFamily="34" charset="-122"/>
                <a:cs typeface="Futura" pitchFamily="34" charset="-120"/>
              </a:rPr>
              <a:t>04</a:t>
            </a:r>
            <a:endParaRPr lang="en-US" sz="2600" dirty="0"/>
          </a:p>
        </p:txBody>
      </p:sp>
      <p:sp>
        <p:nvSpPr>
          <p:cNvPr id="17" name="Text 15"/>
          <p:cNvSpPr/>
          <p:nvPr/>
        </p:nvSpPr>
        <p:spPr>
          <a:xfrm>
            <a:off x="1170432" y="2898648"/>
            <a:ext cx="5303520" cy="274320"/>
          </a:xfrm>
          <a:prstGeom prst="rect">
            <a:avLst/>
          </a:prstGeom>
          <a:noFill/>
          <a:ln/>
        </p:spPr>
        <p:txBody>
          <a:bodyPr wrap="square" lIns="0" tIns="0" rIns="0" bIns="0" rtlCol="0" anchor="t"/>
          <a:lstStyle/>
          <a:p>
            <a:pPr marL="0" indent="0" algn="l">
              <a:buNone/>
            </a:pPr>
            <a:r>
              <a:rPr lang="en-US" sz="1400" b="1" dirty="0">
                <a:solidFill>
                  <a:srgbClr val="000000"/>
                </a:solidFill>
                <a:latin typeface="Futura" pitchFamily="34" charset="0"/>
                <a:ea typeface="Futura" pitchFamily="34" charset="-122"/>
                <a:cs typeface="Futura" pitchFamily="34" charset="-120"/>
              </a:rPr>
              <a:t>[Section Four]</a:t>
            </a:r>
            <a:endParaRPr lang="en-US" sz="1400" dirty="0"/>
          </a:p>
        </p:txBody>
      </p:sp>
      <p:sp>
        <p:nvSpPr>
          <p:cNvPr id="18" name="Text 16"/>
          <p:cNvSpPr/>
          <p:nvPr/>
        </p:nvSpPr>
        <p:spPr>
          <a:xfrm>
            <a:off x="1170432" y="3172968"/>
            <a:ext cx="5943600" cy="219456"/>
          </a:xfrm>
          <a:prstGeom prst="rect">
            <a:avLst/>
          </a:prstGeom>
          <a:noFill/>
          <a:ln/>
        </p:spPr>
        <p:txBody>
          <a:bodyPr wrap="square" lIns="0" tIns="0" rIns="0" bIns="0" rtlCol="0" anchor="t"/>
          <a:lstStyle/>
          <a:p>
            <a:pPr marL="0" indent="0" algn="l">
              <a:buNone/>
            </a:pPr>
            <a:r>
              <a:rPr lang="en-US" sz="1050" dirty="0">
                <a:solidFill>
                  <a:srgbClr val="505151"/>
                </a:solidFill>
                <a:latin typeface="Proxima Nova" pitchFamily="34" charset="0"/>
                <a:ea typeface="Proxima Nova" pitchFamily="34" charset="-122"/>
                <a:cs typeface="Proxima Nova" pitchFamily="34" charset="-120"/>
              </a:rPr>
              <a:t>[Brief descriptor of this section]</a:t>
            </a:r>
            <a:endParaRPr lang="en-US" sz="1050" dirty="0"/>
          </a:p>
        </p:txBody>
      </p:sp>
      <p:sp>
        <p:nvSpPr>
          <p:cNvPr id="19" name="Shape 17"/>
          <p:cNvSpPr/>
          <p:nvPr/>
        </p:nvSpPr>
        <p:spPr>
          <a:xfrm>
            <a:off x="502920" y="3493008"/>
            <a:ext cx="7863840" cy="9144"/>
          </a:xfrm>
          <a:prstGeom prst="rect">
            <a:avLst/>
          </a:prstGeom>
          <a:solidFill>
            <a:srgbClr val="DED5CD"/>
          </a:solidFill>
          <a:ln w="12700">
            <a:solidFill>
              <a:srgbClr val="DED5CD"/>
            </a:solidFill>
            <a:prstDash val="solid"/>
          </a:ln>
        </p:spPr>
        <p:txBody>
          <a:bodyPr/>
          <a:lstStyle/>
          <a:p>
            <a:endParaRPr lang="en-US"/>
          </a:p>
        </p:txBody>
      </p:sp>
      <p:sp>
        <p:nvSpPr>
          <p:cNvPr id="20" name="Text 18"/>
          <p:cNvSpPr/>
          <p:nvPr/>
        </p:nvSpPr>
        <p:spPr>
          <a:xfrm>
            <a:off x="502920" y="3557016"/>
            <a:ext cx="566928" cy="475488"/>
          </a:xfrm>
          <a:prstGeom prst="rect">
            <a:avLst/>
          </a:prstGeom>
          <a:noFill/>
          <a:ln/>
        </p:spPr>
        <p:txBody>
          <a:bodyPr wrap="square" lIns="0" tIns="0" rIns="0" bIns="0" rtlCol="0" anchor="t"/>
          <a:lstStyle/>
          <a:p>
            <a:pPr marL="0" indent="0" algn="l">
              <a:buNone/>
            </a:pPr>
            <a:r>
              <a:rPr lang="en-US" sz="2600" b="1" dirty="0">
                <a:solidFill>
                  <a:srgbClr val="FFCB1A"/>
                </a:solidFill>
                <a:latin typeface="Futura" pitchFamily="34" charset="0"/>
                <a:ea typeface="Futura" pitchFamily="34" charset="-122"/>
                <a:cs typeface="Futura" pitchFamily="34" charset="-120"/>
              </a:rPr>
              <a:t>05</a:t>
            </a:r>
            <a:endParaRPr lang="en-US" sz="2600" dirty="0"/>
          </a:p>
        </p:txBody>
      </p:sp>
      <p:sp>
        <p:nvSpPr>
          <p:cNvPr id="21" name="Text 19"/>
          <p:cNvSpPr/>
          <p:nvPr/>
        </p:nvSpPr>
        <p:spPr>
          <a:xfrm>
            <a:off x="1170432" y="3593592"/>
            <a:ext cx="5303520" cy="274320"/>
          </a:xfrm>
          <a:prstGeom prst="rect">
            <a:avLst/>
          </a:prstGeom>
          <a:noFill/>
          <a:ln/>
        </p:spPr>
        <p:txBody>
          <a:bodyPr wrap="square" lIns="0" tIns="0" rIns="0" bIns="0" rtlCol="0" anchor="t"/>
          <a:lstStyle/>
          <a:p>
            <a:pPr marL="0" indent="0" algn="l">
              <a:buNone/>
            </a:pPr>
            <a:r>
              <a:rPr lang="en-US" sz="1400" b="1" dirty="0">
                <a:solidFill>
                  <a:srgbClr val="000000"/>
                </a:solidFill>
                <a:latin typeface="Futura" pitchFamily="34" charset="0"/>
                <a:ea typeface="Futura" pitchFamily="34" charset="-122"/>
                <a:cs typeface="Futura" pitchFamily="34" charset="-120"/>
              </a:rPr>
              <a:t>[Section Five]</a:t>
            </a:r>
            <a:endParaRPr lang="en-US" sz="1400" dirty="0"/>
          </a:p>
        </p:txBody>
      </p:sp>
      <p:sp>
        <p:nvSpPr>
          <p:cNvPr id="22" name="Text 20"/>
          <p:cNvSpPr/>
          <p:nvPr/>
        </p:nvSpPr>
        <p:spPr>
          <a:xfrm>
            <a:off x="1170432" y="3867912"/>
            <a:ext cx="5943600" cy="219456"/>
          </a:xfrm>
          <a:prstGeom prst="rect">
            <a:avLst/>
          </a:prstGeom>
          <a:noFill/>
          <a:ln/>
        </p:spPr>
        <p:txBody>
          <a:bodyPr wrap="square" lIns="0" tIns="0" rIns="0" bIns="0" rtlCol="0" anchor="t"/>
          <a:lstStyle/>
          <a:p>
            <a:pPr marL="0" indent="0" algn="l">
              <a:buNone/>
            </a:pPr>
            <a:r>
              <a:rPr lang="en-US" sz="1050" dirty="0">
                <a:solidFill>
                  <a:srgbClr val="505151"/>
                </a:solidFill>
                <a:latin typeface="Proxima Nova" pitchFamily="34" charset="0"/>
                <a:ea typeface="Proxima Nova" pitchFamily="34" charset="-122"/>
                <a:cs typeface="Proxima Nova" pitchFamily="34" charset="-120"/>
              </a:rPr>
              <a:t>[Brief descriptor of this section]</a:t>
            </a:r>
            <a:endParaRPr lang="en-US" sz="1050" dirty="0"/>
          </a:p>
        </p:txBody>
      </p:sp>
      <p:sp>
        <p:nvSpPr>
          <p:cNvPr id="25" name="Slide Number Placeholder 0"/>
          <p:cNvSpPr>
            <a:spLocks noGrp="1"/>
          </p:cNvSpPr>
          <p:nvPr>
            <p:ph type="sldNum" sz="quarter" idx="4294967295"/>
          </p:nvPr>
        </p:nvSpPr>
        <p:spPr>
          <a:xfrm>
            <a:off x="8641080" y="4887468"/>
            <a:ext cx="27432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505151"/>
                </a:solidFill>
                <a:latin typeface="Proxima Nova"/>
                <a:ea typeface="Proxima Nova"/>
                <a:cs typeface="Proxima Nova"/>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37744"/>
            <a:ext cx="4572000" cy="365760"/>
          </a:xfrm>
          <a:prstGeom prst="rect">
            <a:avLst/>
          </a:prstGeom>
          <a:noFill/>
          <a:ln/>
        </p:spPr>
        <p:txBody>
          <a:bodyPr wrap="square" lIns="0" tIns="0" rIns="0" bIns="0" rtlCol="0" anchor="ctr"/>
          <a:lstStyle/>
          <a:p>
            <a:pPr marL="0" indent="0" algn="l">
              <a:buNone/>
            </a:pPr>
            <a:r>
              <a:rPr lang="en-US" sz="2200" b="1" kern="0" spc="300" dirty="0">
                <a:solidFill>
                  <a:srgbClr val="000000"/>
                </a:solidFill>
                <a:latin typeface="Futura" pitchFamily="34" charset="0"/>
                <a:ea typeface="Futura" pitchFamily="34" charset="-122"/>
                <a:cs typeface="Futura" pitchFamily="34" charset="-120"/>
              </a:rPr>
              <a:t>DISCLAIMER</a:t>
            </a:r>
            <a:endParaRPr lang="en-US" sz="2200" dirty="0"/>
          </a:p>
        </p:txBody>
      </p:sp>
      <p:sp>
        <p:nvSpPr>
          <p:cNvPr id="3" name="Shape 1"/>
          <p:cNvSpPr/>
          <p:nvPr/>
        </p:nvSpPr>
        <p:spPr>
          <a:xfrm>
            <a:off x="502920" y="640080"/>
            <a:ext cx="1828800" cy="20117"/>
          </a:xfrm>
          <a:prstGeom prst="rect">
            <a:avLst/>
          </a:prstGeom>
          <a:solidFill>
            <a:srgbClr val="FFCB1A"/>
          </a:solidFill>
          <a:ln w="12700">
            <a:solidFill>
              <a:srgbClr val="FFCB1A"/>
            </a:solidFill>
            <a:prstDash val="solid"/>
          </a:ln>
        </p:spPr>
        <p:txBody>
          <a:bodyPr/>
          <a:lstStyle/>
          <a:p>
            <a:endParaRPr lang="en-US"/>
          </a:p>
        </p:txBody>
      </p:sp>
      <p:sp>
        <p:nvSpPr>
          <p:cNvPr id="4" name="Text 2"/>
          <p:cNvSpPr/>
          <p:nvPr/>
        </p:nvSpPr>
        <p:spPr>
          <a:xfrm>
            <a:off x="502920" y="804672"/>
            <a:ext cx="7863840" cy="3749040"/>
          </a:xfrm>
          <a:prstGeom prst="rect">
            <a:avLst/>
          </a:prstGeom>
          <a:noFill/>
          <a:ln/>
        </p:spPr>
        <p:txBody>
          <a:bodyPr wrap="square" lIns="0" tIns="0" rIns="0" bIns="0" rtlCol="0" anchor="t"/>
          <a:lstStyle/>
          <a:p>
            <a:pPr marL="0" indent="0" algn="l">
              <a:lnSpc>
                <a:spcPct val="140000"/>
              </a:lnSpc>
              <a:spcAft>
                <a:spcPts val="1000"/>
              </a:spcAft>
              <a:buNone/>
            </a:pPr>
            <a:r>
              <a:rPr lang="en-US" sz="1200" dirty="0">
                <a:solidFill>
                  <a:srgbClr val="505151"/>
                </a:solidFill>
                <a:latin typeface="Proxima Nova" pitchFamily="34" charset="0"/>
                <a:ea typeface="Proxima Nova" pitchFamily="34" charset="-122"/>
                <a:cs typeface="Proxima Nova" pitchFamily="34" charset="-120"/>
              </a:rPr>
              <a:t>[Insert disclaimer text here. This document is prepared by Lighthouse Construction and is intended solely for the use of the party to whom it is addressed. The contents are confidential and may not be reproduced, distributed, or disclosed without prior written consent from Lighthouse Construction.]</a:t>
            </a:r>
            <a:endParaRPr lang="en-US" sz="1200" dirty="0"/>
          </a:p>
        </p:txBody>
      </p:sp>
      <p:sp>
        <p:nvSpPr>
          <p:cNvPr id="25" name="Slide Number Placeholder 0"/>
          <p:cNvSpPr>
            <a:spLocks noGrp="1"/>
          </p:cNvSpPr>
          <p:nvPr>
            <p:ph type="sldNum" sz="quarter" idx="4294967295"/>
          </p:nvPr>
        </p:nvSpPr>
        <p:spPr>
          <a:xfrm>
            <a:off x="8641080" y="4887468"/>
            <a:ext cx="27432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505151"/>
                </a:solidFill>
                <a:latin typeface="Proxima Nova"/>
                <a:ea typeface="Proxima Nova"/>
                <a:cs typeface="Proxima Nova"/>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1325880"/>
            <a:ext cx="2743200" cy="914400"/>
          </a:xfrm>
          <a:prstGeom prst="rect">
            <a:avLst/>
          </a:prstGeom>
          <a:noFill/>
          <a:ln/>
        </p:spPr>
        <p:txBody>
          <a:bodyPr wrap="square" lIns="0" tIns="0" rIns="0" bIns="0" rtlCol="0" anchor="t"/>
          <a:lstStyle/>
          <a:p>
            <a:pPr marL="0" indent="0" algn="l">
              <a:buNone/>
            </a:pPr>
            <a:r>
              <a:rPr lang="en-US" sz="8000" b="1" dirty="0">
                <a:solidFill>
                  <a:srgbClr val="FFCB1A">
                    <a:alpha val="75000"/>
                  </a:srgbClr>
                </a:solidFill>
                <a:latin typeface="Futura" pitchFamily="34" charset="0"/>
                <a:ea typeface="Futura" pitchFamily="34" charset="-122"/>
                <a:cs typeface="Futura" pitchFamily="34" charset="-120"/>
              </a:rPr>
              <a:t>01</a:t>
            </a:r>
            <a:endParaRPr lang="en-US" sz="8000" dirty="0"/>
          </a:p>
        </p:txBody>
      </p:sp>
      <p:sp>
        <p:nvSpPr>
          <p:cNvPr id="3" name="Text 1"/>
          <p:cNvSpPr/>
          <p:nvPr/>
        </p:nvSpPr>
        <p:spPr>
          <a:xfrm>
            <a:off x="502920" y="2286000"/>
            <a:ext cx="6858000" cy="621792"/>
          </a:xfrm>
          <a:prstGeom prst="rect">
            <a:avLst/>
          </a:prstGeom>
          <a:noFill/>
          <a:ln/>
        </p:spPr>
        <p:txBody>
          <a:bodyPr wrap="square" lIns="0" tIns="0" rIns="0" bIns="0" rtlCol="0" anchor="ctr"/>
          <a:lstStyle/>
          <a:p>
            <a:pPr marL="0" indent="0" algn="l">
              <a:buNone/>
            </a:pPr>
            <a:r>
              <a:rPr lang="en-US" sz="3400" b="1" kern="0" spc="200" dirty="0">
                <a:solidFill>
                  <a:srgbClr val="FFFFFF"/>
                </a:solidFill>
                <a:latin typeface="Futura" pitchFamily="34" charset="0"/>
                <a:ea typeface="Futura" pitchFamily="34" charset="-122"/>
                <a:cs typeface="Futura" pitchFamily="34" charset="-120"/>
              </a:rPr>
              <a:t>[SECTION TITLE]</a:t>
            </a:r>
            <a:endParaRPr lang="en-US" sz="3400" dirty="0"/>
          </a:p>
        </p:txBody>
      </p:sp>
      <p:sp>
        <p:nvSpPr>
          <p:cNvPr id="4" name="Shape 2"/>
          <p:cNvSpPr/>
          <p:nvPr/>
        </p:nvSpPr>
        <p:spPr>
          <a:xfrm>
            <a:off x="502920" y="2944368"/>
            <a:ext cx="3200400" cy="20117"/>
          </a:xfrm>
          <a:prstGeom prst="rect">
            <a:avLst/>
          </a:prstGeom>
          <a:solidFill>
            <a:srgbClr val="FFCB1A"/>
          </a:solidFill>
          <a:ln w="12700">
            <a:solidFill>
              <a:srgbClr val="FFCB1A"/>
            </a:solidFill>
            <a:prstDash val="solid"/>
          </a:ln>
        </p:spPr>
        <p:txBody>
          <a:bodyPr/>
          <a:lstStyle/>
          <a:p>
            <a:endParaRPr lang="en-US"/>
          </a:p>
        </p:txBody>
      </p:sp>
      <p:sp>
        <p:nvSpPr>
          <p:cNvPr id="5" name="Text 3"/>
          <p:cNvSpPr/>
          <p:nvPr/>
        </p:nvSpPr>
        <p:spPr>
          <a:xfrm>
            <a:off x="502920" y="3072384"/>
            <a:ext cx="5943600" cy="292608"/>
          </a:xfrm>
          <a:prstGeom prst="rect">
            <a:avLst/>
          </a:prstGeom>
          <a:noFill/>
          <a:ln/>
        </p:spPr>
        <p:txBody>
          <a:bodyPr wrap="square" lIns="0" tIns="0" rIns="0" bIns="0" rtlCol="0" anchor="t"/>
          <a:lstStyle/>
          <a:p>
            <a:pPr marL="0" indent="0" algn="l">
              <a:buNone/>
            </a:pPr>
            <a:r>
              <a:rPr lang="en-US" sz="1300" dirty="0">
                <a:solidFill>
                  <a:srgbClr val="B4B4B5"/>
                </a:solidFill>
                <a:latin typeface="Proxima Nova" pitchFamily="34" charset="0"/>
                <a:ea typeface="Proxima Nova" pitchFamily="34" charset="-122"/>
                <a:cs typeface="Proxima Nova" pitchFamily="34" charset="-120"/>
              </a:rPr>
              <a:t>[Brief description of this section]</a:t>
            </a:r>
            <a:endParaRPr lang="en-US" sz="1300" dirty="0"/>
          </a:p>
        </p:txBody>
      </p:sp>
      <p:sp>
        <p:nvSpPr>
          <p:cNvPr id="25" name="Slide Number Placeholder 0"/>
          <p:cNvSpPr>
            <a:spLocks noGrp="1"/>
          </p:cNvSpPr>
          <p:nvPr>
            <p:ph type="sldNum" sz="quarter" idx="4294967295"/>
          </p:nvPr>
        </p:nvSpPr>
        <p:spPr>
          <a:xfrm>
            <a:off x="8641080" y="4887468"/>
            <a:ext cx="27432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B4B4B5"/>
                </a:solidFill>
                <a:latin typeface="Proxima Nova"/>
                <a:ea typeface="Proxima Nova"/>
                <a:cs typeface="Proxima Nova"/>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37744"/>
            <a:ext cx="6583680" cy="402336"/>
          </a:xfrm>
          <a:prstGeom prst="rect">
            <a:avLst/>
          </a:prstGeom>
          <a:noFill/>
          <a:ln/>
        </p:spPr>
        <p:txBody>
          <a:bodyPr wrap="square" lIns="0" tIns="0" rIns="0" bIns="0" rtlCol="0" anchor="ctr"/>
          <a:lstStyle/>
          <a:p>
            <a:pPr marL="0" indent="0" algn="l">
              <a:buNone/>
            </a:pPr>
            <a:r>
              <a:rPr lang="en-US" sz="2400" b="1" kern="0" spc="100" dirty="0">
                <a:solidFill>
                  <a:srgbClr val="000000"/>
                </a:solidFill>
                <a:latin typeface="Futura" pitchFamily="34" charset="0"/>
                <a:ea typeface="Futura" pitchFamily="34" charset="-122"/>
                <a:cs typeface="Futura" pitchFamily="34" charset="-120"/>
              </a:rPr>
              <a:t>[SLIDE TITLE]</a:t>
            </a:r>
            <a:endParaRPr lang="en-US" sz="2400" dirty="0"/>
          </a:p>
        </p:txBody>
      </p:sp>
      <p:sp>
        <p:nvSpPr>
          <p:cNvPr id="3" name="Shape 1"/>
          <p:cNvSpPr/>
          <p:nvPr/>
        </p:nvSpPr>
        <p:spPr>
          <a:xfrm>
            <a:off x="502920" y="676656"/>
            <a:ext cx="1188720" cy="20117"/>
          </a:xfrm>
          <a:prstGeom prst="rect">
            <a:avLst/>
          </a:prstGeom>
          <a:solidFill>
            <a:srgbClr val="FFCB1A"/>
          </a:solidFill>
          <a:ln w="12700">
            <a:solidFill>
              <a:srgbClr val="FFCB1A"/>
            </a:solidFill>
            <a:prstDash val="solid"/>
          </a:ln>
        </p:spPr>
        <p:txBody>
          <a:bodyPr/>
          <a:lstStyle/>
          <a:p>
            <a:endParaRPr lang="en-US"/>
          </a:p>
        </p:txBody>
      </p:sp>
      <p:sp>
        <p:nvSpPr>
          <p:cNvPr id="4" name="Text 2"/>
          <p:cNvSpPr/>
          <p:nvPr/>
        </p:nvSpPr>
        <p:spPr>
          <a:xfrm>
            <a:off x="502920" y="841248"/>
            <a:ext cx="7863840" cy="3931920"/>
          </a:xfrm>
          <a:prstGeom prst="rect">
            <a:avLst/>
          </a:prstGeom>
          <a:noFill/>
          <a:ln/>
        </p:spPr>
        <p:txBody>
          <a:bodyPr wrap="square" lIns="0" tIns="0" rIns="0" bIns="0" rtlCol="0" anchor="t"/>
          <a:lstStyle/>
          <a:p>
            <a:pPr marL="342900" indent="-342900" algn="l">
              <a:spcAft>
                <a:spcPts val="1400"/>
              </a:spcAft>
              <a:buSzPct val="100000"/>
              <a:buChar char="•"/>
            </a:pPr>
            <a:r>
              <a:rPr lang="en-US" sz="1400" dirty="0">
                <a:solidFill>
                  <a:srgbClr val="505151"/>
                </a:solidFill>
                <a:latin typeface="Proxima Nova" pitchFamily="34" charset="0"/>
                <a:ea typeface="Proxima Nova" pitchFamily="34" charset="-122"/>
                <a:cs typeface="Proxima Nova" pitchFamily="34" charset="-120"/>
              </a:rPr>
              <a:t>Key point one — replace with your content</a:t>
            </a:r>
            <a:endParaRPr lang="en-US" sz="1400" dirty="0"/>
          </a:p>
          <a:p>
            <a:pPr marL="342900" indent="-342900" algn="l">
              <a:spcAft>
                <a:spcPts val="1400"/>
              </a:spcAft>
              <a:buSzPct val="100000"/>
              <a:buChar char="•"/>
            </a:pPr>
            <a:r>
              <a:rPr lang="en-US" sz="1400" dirty="0">
                <a:solidFill>
                  <a:srgbClr val="505151"/>
                </a:solidFill>
                <a:latin typeface="Proxima Nova" pitchFamily="34" charset="0"/>
                <a:ea typeface="Proxima Nova" pitchFamily="34" charset="-122"/>
                <a:cs typeface="Proxima Nova" pitchFamily="34" charset="-120"/>
              </a:rPr>
              <a:t>Key point two — supporting detail goes here</a:t>
            </a:r>
            <a:endParaRPr lang="en-US" sz="1400" dirty="0"/>
          </a:p>
          <a:p>
            <a:pPr marL="342900" indent="-342900" algn="l">
              <a:spcAft>
                <a:spcPts val="1400"/>
              </a:spcAft>
              <a:buSzPct val="100000"/>
              <a:buChar char="•"/>
            </a:pPr>
            <a:r>
              <a:rPr lang="en-US" sz="1400" dirty="0">
                <a:solidFill>
                  <a:srgbClr val="505151"/>
                </a:solidFill>
                <a:latin typeface="Proxima Nova" pitchFamily="34" charset="0"/>
                <a:ea typeface="Proxima Nova" pitchFamily="34" charset="-122"/>
                <a:cs typeface="Proxima Nova" pitchFamily="34" charset="-120"/>
              </a:rPr>
              <a:t>Key point three — keep bullets concise</a:t>
            </a:r>
            <a:endParaRPr lang="en-US" sz="1400" dirty="0"/>
          </a:p>
          <a:p>
            <a:pPr marL="342900" indent="-342900" algn="l">
              <a:spcAft>
                <a:spcPts val="1400"/>
              </a:spcAft>
              <a:buSzPct val="100000"/>
              <a:buChar char="•"/>
            </a:pPr>
            <a:r>
              <a:rPr lang="en-US" sz="1400" dirty="0">
                <a:solidFill>
                  <a:srgbClr val="505151"/>
                </a:solidFill>
                <a:latin typeface="Proxima Nova" pitchFamily="34" charset="0"/>
                <a:ea typeface="Proxima Nova" pitchFamily="34" charset="-122"/>
                <a:cs typeface="Proxima Nova" pitchFamily="34" charset="-120"/>
              </a:rPr>
              <a:t>Key point four — one idea per bullet</a:t>
            </a:r>
            <a:endParaRPr lang="en-US" sz="1400" dirty="0"/>
          </a:p>
        </p:txBody>
      </p:sp>
      <p:sp>
        <p:nvSpPr>
          <p:cNvPr id="25" name="Slide Number Placeholder 0"/>
          <p:cNvSpPr>
            <a:spLocks noGrp="1"/>
          </p:cNvSpPr>
          <p:nvPr>
            <p:ph type="sldNum" sz="quarter" idx="4294967295"/>
          </p:nvPr>
        </p:nvSpPr>
        <p:spPr>
          <a:xfrm>
            <a:off x="8641080" y="4887468"/>
            <a:ext cx="27432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505151"/>
                </a:solidFill>
                <a:latin typeface="Proxima Nova"/>
                <a:ea typeface="Proxima Nova"/>
                <a:cs typeface="Proxima Nova"/>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37744"/>
            <a:ext cx="6583680" cy="402336"/>
          </a:xfrm>
          <a:prstGeom prst="rect">
            <a:avLst/>
          </a:prstGeom>
          <a:noFill/>
          <a:ln/>
        </p:spPr>
        <p:txBody>
          <a:bodyPr wrap="square" lIns="0" tIns="0" rIns="0" bIns="0" rtlCol="0" anchor="ctr"/>
          <a:lstStyle/>
          <a:p>
            <a:pPr marL="0" indent="0" algn="l">
              <a:buNone/>
            </a:pPr>
            <a:r>
              <a:rPr lang="en-US" sz="2400" b="1" kern="0" spc="100" dirty="0">
                <a:solidFill>
                  <a:srgbClr val="000000"/>
                </a:solidFill>
                <a:latin typeface="Futura" pitchFamily="34" charset="0"/>
                <a:ea typeface="Futura" pitchFamily="34" charset="-122"/>
                <a:cs typeface="Futura" pitchFamily="34" charset="-120"/>
              </a:rPr>
              <a:t>[SLIDE TITLE]</a:t>
            </a:r>
            <a:endParaRPr lang="en-US" sz="2400" dirty="0"/>
          </a:p>
        </p:txBody>
      </p:sp>
      <p:sp>
        <p:nvSpPr>
          <p:cNvPr id="3" name="Shape 1"/>
          <p:cNvSpPr/>
          <p:nvPr/>
        </p:nvSpPr>
        <p:spPr>
          <a:xfrm>
            <a:off x="502920" y="676656"/>
            <a:ext cx="1188720" cy="20117"/>
          </a:xfrm>
          <a:prstGeom prst="rect">
            <a:avLst/>
          </a:prstGeom>
          <a:solidFill>
            <a:srgbClr val="FFCB1A"/>
          </a:solidFill>
          <a:ln w="12700">
            <a:solidFill>
              <a:srgbClr val="FFCB1A"/>
            </a:solidFill>
            <a:prstDash val="solid"/>
          </a:ln>
        </p:spPr>
        <p:txBody>
          <a:bodyPr/>
          <a:lstStyle/>
          <a:p>
            <a:endParaRPr lang="en-US"/>
          </a:p>
        </p:txBody>
      </p:sp>
      <p:sp>
        <p:nvSpPr>
          <p:cNvPr id="4" name="Text 2"/>
          <p:cNvSpPr/>
          <p:nvPr/>
        </p:nvSpPr>
        <p:spPr>
          <a:xfrm>
            <a:off x="502920" y="877824"/>
            <a:ext cx="3657600" cy="274320"/>
          </a:xfrm>
          <a:prstGeom prst="rect">
            <a:avLst/>
          </a:prstGeom>
          <a:noFill/>
          <a:ln/>
        </p:spPr>
        <p:txBody>
          <a:bodyPr wrap="square" lIns="0" tIns="0" rIns="0" bIns="0" rtlCol="0" anchor="ctr"/>
          <a:lstStyle/>
          <a:p>
            <a:pPr marL="0" indent="0" algn="l">
              <a:buNone/>
            </a:pPr>
            <a:r>
              <a:rPr lang="en-US" sz="1300" b="1" dirty="0">
                <a:solidFill>
                  <a:srgbClr val="000000"/>
                </a:solidFill>
                <a:latin typeface="Futura" pitchFamily="34" charset="0"/>
                <a:ea typeface="Futura" pitchFamily="34" charset="-122"/>
                <a:cs typeface="Futura" pitchFamily="34" charset="-120"/>
              </a:rPr>
              <a:t>[LEFT COLUMN HEADER]</a:t>
            </a:r>
            <a:endParaRPr lang="en-US" sz="1300" dirty="0"/>
          </a:p>
        </p:txBody>
      </p:sp>
      <p:sp>
        <p:nvSpPr>
          <p:cNvPr id="5" name="Text 3"/>
          <p:cNvSpPr/>
          <p:nvPr/>
        </p:nvSpPr>
        <p:spPr>
          <a:xfrm>
            <a:off x="502920" y="1188720"/>
            <a:ext cx="3657600" cy="3566160"/>
          </a:xfrm>
          <a:prstGeom prst="rect">
            <a:avLst/>
          </a:prstGeom>
          <a:noFill/>
          <a:ln/>
        </p:spPr>
        <p:txBody>
          <a:bodyPr wrap="square" lIns="0" tIns="0" rIns="0" bIns="0" rtlCol="0" anchor="t"/>
          <a:lstStyle/>
          <a:p>
            <a:pPr marL="342900" indent="-342900" algn="l">
              <a:spcAft>
                <a:spcPts val="1000"/>
              </a:spcAft>
              <a:buSzPct val="100000"/>
              <a:buChar char="•"/>
            </a:pPr>
            <a:r>
              <a:rPr lang="en-US" sz="1300" dirty="0">
                <a:solidFill>
                  <a:srgbClr val="505151"/>
                </a:solidFill>
                <a:latin typeface="Proxima Nova" pitchFamily="34" charset="0"/>
                <a:ea typeface="Proxima Nova" pitchFamily="34" charset="-122"/>
                <a:cs typeface="Proxima Nova" pitchFamily="34" charset="-120"/>
              </a:rPr>
              <a:t>Left point one</a:t>
            </a:r>
            <a:endParaRPr lang="en-US" sz="1300" dirty="0"/>
          </a:p>
          <a:p>
            <a:pPr marL="342900" indent="-342900" algn="l">
              <a:spcAft>
                <a:spcPts val="1000"/>
              </a:spcAft>
              <a:buSzPct val="100000"/>
              <a:buChar char="•"/>
            </a:pPr>
            <a:r>
              <a:rPr lang="en-US" sz="1300" dirty="0">
                <a:solidFill>
                  <a:srgbClr val="505151"/>
                </a:solidFill>
                <a:latin typeface="Proxima Nova" pitchFamily="34" charset="0"/>
                <a:ea typeface="Proxima Nova" pitchFamily="34" charset="-122"/>
                <a:cs typeface="Proxima Nova" pitchFamily="34" charset="-120"/>
              </a:rPr>
              <a:t>Left point two</a:t>
            </a:r>
            <a:endParaRPr lang="en-US" sz="1300" dirty="0"/>
          </a:p>
          <a:p>
            <a:pPr marL="342900" indent="-342900" algn="l">
              <a:spcAft>
                <a:spcPts val="1000"/>
              </a:spcAft>
              <a:buSzPct val="100000"/>
              <a:buChar char="•"/>
            </a:pPr>
            <a:r>
              <a:rPr lang="en-US" sz="1300" dirty="0">
                <a:solidFill>
                  <a:srgbClr val="505151"/>
                </a:solidFill>
                <a:latin typeface="Proxima Nova" pitchFamily="34" charset="0"/>
                <a:ea typeface="Proxima Nova" pitchFamily="34" charset="-122"/>
                <a:cs typeface="Proxima Nova" pitchFamily="34" charset="-120"/>
              </a:rPr>
              <a:t>Left point three</a:t>
            </a:r>
            <a:endParaRPr lang="en-US" sz="1300" dirty="0"/>
          </a:p>
        </p:txBody>
      </p:sp>
      <p:sp>
        <p:nvSpPr>
          <p:cNvPr id="6" name="Shape 4"/>
          <p:cNvSpPr/>
          <p:nvPr/>
        </p:nvSpPr>
        <p:spPr>
          <a:xfrm>
            <a:off x="4462272" y="877824"/>
            <a:ext cx="10973" cy="3657600"/>
          </a:xfrm>
          <a:prstGeom prst="rect">
            <a:avLst/>
          </a:prstGeom>
          <a:solidFill>
            <a:srgbClr val="DED5CD"/>
          </a:solidFill>
          <a:ln w="12700">
            <a:solidFill>
              <a:srgbClr val="DED5CD"/>
            </a:solidFill>
            <a:prstDash val="solid"/>
          </a:ln>
        </p:spPr>
        <p:txBody>
          <a:bodyPr/>
          <a:lstStyle/>
          <a:p>
            <a:endParaRPr lang="en-US"/>
          </a:p>
        </p:txBody>
      </p:sp>
      <p:sp>
        <p:nvSpPr>
          <p:cNvPr id="7" name="Text 5"/>
          <p:cNvSpPr/>
          <p:nvPr/>
        </p:nvSpPr>
        <p:spPr>
          <a:xfrm>
            <a:off x="4709160" y="877824"/>
            <a:ext cx="3657600" cy="274320"/>
          </a:xfrm>
          <a:prstGeom prst="rect">
            <a:avLst/>
          </a:prstGeom>
          <a:noFill/>
          <a:ln/>
        </p:spPr>
        <p:txBody>
          <a:bodyPr wrap="square" lIns="0" tIns="0" rIns="0" bIns="0" rtlCol="0" anchor="ctr"/>
          <a:lstStyle/>
          <a:p>
            <a:pPr marL="0" indent="0" algn="l">
              <a:buNone/>
            </a:pPr>
            <a:r>
              <a:rPr lang="en-US" sz="1300" b="1" dirty="0">
                <a:solidFill>
                  <a:srgbClr val="000000"/>
                </a:solidFill>
                <a:latin typeface="Futura" pitchFamily="34" charset="0"/>
                <a:ea typeface="Futura" pitchFamily="34" charset="-122"/>
                <a:cs typeface="Futura" pitchFamily="34" charset="-120"/>
              </a:rPr>
              <a:t>[RIGHT COLUMN HEADER]</a:t>
            </a:r>
            <a:endParaRPr lang="en-US" sz="1300" dirty="0"/>
          </a:p>
        </p:txBody>
      </p:sp>
      <p:sp>
        <p:nvSpPr>
          <p:cNvPr id="8" name="Text 6"/>
          <p:cNvSpPr/>
          <p:nvPr/>
        </p:nvSpPr>
        <p:spPr>
          <a:xfrm>
            <a:off x="4709160" y="1188720"/>
            <a:ext cx="3657600" cy="3566160"/>
          </a:xfrm>
          <a:prstGeom prst="rect">
            <a:avLst/>
          </a:prstGeom>
          <a:noFill/>
          <a:ln/>
        </p:spPr>
        <p:txBody>
          <a:bodyPr wrap="square" lIns="0" tIns="0" rIns="0" bIns="0" rtlCol="0" anchor="t"/>
          <a:lstStyle/>
          <a:p>
            <a:pPr marL="342900" indent="-342900" algn="l">
              <a:spcAft>
                <a:spcPts val="1000"/>
              </a:spcAft>
              <a:buSzPct val="100000"/>
              <a:buChar char="•"/>
            </a:pPr>
            <a:r>
              <a:rPr lang="en-US" sz="1300" dirty="0">
                <a:solidFill>
                  <a:srgbClr val="505151"/>
                </a:solidFill>
                <a:latin typeface="Proxima Nova" pitchFamily="34" charset="0"/>
                <a:ea typeface="Proxima Nova" pitchFamily="34" charset="-122"/>
                <a:cs typeface="Proxima Nova" pitchFamily="34" charset="-120"/>
              </a:rPr>
              <a:t>Right point one</a:t>
            </a:r>
            <a:endParaRPr lang="en-US" sz="1300" dirty="0"/>
          </a:p>
          <a:p>
            <a:pPr marL="342900" indent="-342900" algn="l">
              <a:spcAft>
                <a:spcPts val="1000"/>
              </a:spcAft>
              <a:buSzPct val="100000"/>
              <a:buChar char="•"/>
            </a:pPr>
            <a:r>
              <a:rPr lang="en-US" sz="1300" dirty="0">
                <a:solidFill>
                  <a:srgbClr val="505151"/>
                </a:solidFill>
                <a:latin typeface="Proxima Nova" pitchFamily="34" charset="0"/>
                <a:ea typeface="Proxima Nova" pitchFamily="34" charset="-122"/>
                <a:cs typeface="Proxima Nova" pitchFamily="34" charset="-120"/>
              </a:rPr>
              <a:t>Right point two</a:t>
            </a:r>
            <a:endParaRPr lang="en-US" sz="1300" dirty="0"/>
          </a:p>
          <a:p>
            <a:pPr marL="342900" indent="-342900" algn="l">
              <a:spcAft>
                <a:spcPts val="1000"/>
              </a:spcAft>
              <a:buSzPct val="100000"/>
              <a:buChar char="•"/>
            </a:pPr>
            <a:r>
              <a:rPr lang="en-US" sz="1300" dirty="0">
                <a:solidFill>
                  <a:srgbClr val="505151"/>
                </a:solidFill>
                <a:latin typeface="Proxima Nova" pitchFamily="34" charset="0"/>
                <a:ea typeface="Proxima Nova" pitchFamily="34" charset="-122"/>
                <a:cs typeface="Proxima Nova" pitchFamily="34" charset="-120"/>
              </a:rPr>
              <a:t>Right point three</a:t>
            </a:r>
            <a:endParaRPr lang="en-US" sz="1300" dirty="0"/>
          </a:p>
        </p:txBody>
      </p:sp>
      <p:sp>
        <p:nvSpPr>
          <p:cNvPr id="25" name="Slide Number Placeholder 0"/>
          <p:cNvSpPr>
            <a:spLocks noGrp="1"/>
          </p:cNvSpPr>
          <p:nvPr>
            <p:ph type="sldNum" sz="quarter" idx="4294967295"/>
          </p:nvPr>
        </p:nvSpPr>
        <p:spPr>
          <a:xfrm>
            <a:off x="8641080" y="4887468"/>
            <a:ext cx="27432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505151"/>
                </a:solidFill>
                <a:latin typeface="Proxima Nova"/>
                <a:ea typeface="Proxima Nova"/>
                <a:cs typeface="Proxima Nova"/>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37744"/>
            <a:ext cx="6583680" cy="402336"/>
          </a:xfrm>
          <a:prstGeom prst="rect">
            <a:avLst/>
          </a:prstGeom>
          <a:noFill/>
          <a:ln/>
        </p:spPr>
        <p:txBody>
          <a:bodyPr wrap="square" lIns="0" tIns="0" rIns="0" bIns="0" rtlCol="0" anchor="ctr"/>
          <a:lstStyle/>
          <a:p>
            <a:pPr marL="0" indent="0" algn="l">
              <a:buNone/>
            </a:pPr>
            <a:r>
              <a:rPr lang="en-US" sz="2400" b="1" kern="0" spc="100" dirty="0">
                <a:solidFill>
                  <a:srgbClr val="FFFFFF"/>
                </a:solidFill>
                <a:latin typeface="Futura" pitchFamily="34" charset="0"/>
                <a:ea typeface="Futura" pitchFamily="34" charset="-122"/>
                <a:cs typeface="Futura" pitchFamily="34" charset="-120"/>
              </a:rPr>
              <a:t>[SLIDE TITLE]</a:t>
            </a:r>
            <a:endParaRPr lang="en-US" sz="2400" dirty="0"/>
          </a:p>
        </p:txBody>
      </p:sp>
      <p:sp>
        <p:nvSpPr>
          <p:cNvPr id="3" name="Shape 1"/>
          <p:cNvSpPr/>
          <p:nvPr/>
        </p:nvSpPr>
        <p:spPr>
          <a:xfrm>
            <a:off x="502920" y="676656"/>
            <a:ext cx="1188720" cy="20117"/>
          </a:xfrm>
          <a:prstGeom prst="rect">
            <a:avLst/>
          </a:prstGeom>
          <a:solidFill>
            <a:srgbClr val="FFCB1A"/>
          </a:solidFill>
          <a:ln w="12700">
            <a:solidFill>
              <a:srgbClr val="FFCB1A"/>
            </a:solidFill>
            <a:prstDash val="solid"/>
          </a:ln>
        </p:spPr>
        <p:txBody>
          <a:bodyPr/>
          <a:lstStyle/>
          <a:p>
            <a:endParaRPr lang="en-US"/>
          </a:p>
        </p:txBody>
      </p:sp>
      <p:sp>
        <p:nvSpPr>
          <p:cNvPr id="4" name="Shape 2"/>
          <p:cNvSpPr/>
          <p:nvPr/>
        </p:nvSpPr>
        <p:spPr>
          <a:xfrm>
            <a:off x="502920" y="1005840"/>
            <a:ext cx="3794760" cy="1783080"/>
          </a:xfrm>
          <a:prstGeom prst="rect">
            <a:avLst/>
          </a:prstGeom>
          <a:solidFill>
            <a:srgbClr val="0D0D0D">
              <a:alpha val="90000"/>
            </a:srgbClr>
          </a:solidFill>
          <a:ln w="6350">
            <a:solidFill>
              <a:srgbClr val="2A2A2A"/>
            </a:solidFill>
            <a:prstDash val="solid"/>
          </a:ln>
        </p:spPr>
        <p:txBody>
          <a:bodyPr/>
          <a:lstStyle/>
          <a:p>
            <a:endParaRPr lang="en-US"/>
          </a:p>
        </p:txBody>
      </p:sp>
      <p:sp>
        <p:nvSpPr>
          <p:cNvPr id="5" name="Shape 3"/>
          <p:cNvSpPr/>
          <p:nvPr/>
        </p:nvSpPr>
        <p:spPr>
          <a:xfrm>
            <a:off x="502920" y="1005840"/>
            <a:ext cx="3794760" cy="50292"/>
          </a:xfrm>
          <a:prstGeom prst="rect">
            <a:avLst/>
          </a:prstGeom>
          <a:solidFill>
            <a:srgbClr val="FFCB1A"/>
          </a:solidFill>
          <a:ln w="12700">
            <a:solidFill>
              <a:srgbClr val="FFCB1A"/>
            </a:solidFill>
            <a:prstDash val="solid"/>
          </a:ln>
        </p:spPr>
        <p:txBody>
          <a:bodyPr/>
          <a:lstStyle/>
          <a:p>
            <a:endParaRPr lang="en-US"/>
          </a:p>
        </p:txBody>
      </p:sp>
      <p:sp>
        <p:nvSpPr>
          <p:cNvPr id="6" name="Text 4"/>
          <p:cNvSpPr/>
          <p:nvPr/>
        </p:nvSpPr>
        <p:spPr>
          <a:xfrm>
            <a:off x="704088" y="1170432"/>
            <a:ext cx="3392424" cy="1051560"/>
          </a:xfrm>
          <a:prstGeom prst="rect">
            <a:avLst/>
          </a:prstGeom>
          <a:noFill/>
          <a:ln/>
        </p:spPr>
        <p:txBody>
          <a:bodyPr wrap="square" lIns="0" tIns="0" rIns="0" bIns="0" rtlCol="0" anchor="ctr"/>
          <a:lstStyle/>
          <a:p>
            <a:pPr marL="0" indent="0" algn="l">
              <a:buNone/>
            </a:pPr>
            <a:r>
              <a:rPr lang="en-US" sz="5800" b="1" dirty="0">
                <a:solidFill>
                  <a:srgbClr val="FFCB1A"/>
                </a:solidFill>
                <a:latin typeface="Futura" pitchFamily="34" charset="0"/>
                <a:ea typeface="Futura" pitchFamily="34" charset="-122"/>
                <a:cs typeface="Futura" pitchFamily="34" charset="-120"/>
              </a:rPr>
              <a:t>000</a:t>
            </a:r>
            <a:endParaRPr lang="en-US" sz="5800" dirty="0"/>
          </a:p>
        </p:txBody>
      </p:sp>
      <p:sp>
        <p:nvSpPr>
          <p:cNvPr id="7" name="Text 5"/>
          <p:cNvSpPr/>
          <p:nvPr/>
        </p:nvSpPr>
        <p:spPr>
          <a:xfrm>
            <a:off x="704088" y="2359152"/>
            <a:ext cx="3392424" cy="320040"/>
          </a:xfrm>
          <a:prstGeom prst="rect">
            <a:avLst/>
          </a:prstGeom>
          <a:noFill/>
          <a:ln/>
        </p:spPr>
        <p:txBody>
          <a:bodyPr wrap="square" lIns="0" tIns="0" rIns="0" bIns="0" rtlCol="0" anchor="t"/>
          <a:lstStyle/>
          <a:p>
            <a:pPr marL="0" indent="0" algn="l">
              <a:buNone/>
            </a:pPr>
            <a:r>
              <a:rPr lang="en-US" sz="1000" dirty="0">
                <a:solidFill>
                  <a:srgbClr val="B4B4B5"/>
                </a:solidFill>
                <a:latin typeface="Proxima Nova" pitchFamily="34" charset="0"/>
                <a:ea typeface="Proxima Nova" pitchFamily="34" charset="-122"/>
                <a:cs typeface="Proxima Nova" pitchFamily="34" charset="-120"/>
              </a:rPr>
              <a:t>[Metric label]</a:t>
            </a:r>
            <a:endParaRPr lang="en-US" sz="1000" dirty="0"/>
          </a:p>
        </p:txBody>
      </p:sp>
      <p:sp>
        <p:nvSpPr>
          <p:cNvPr id="8" name="Shape 6"/>
          <p:cNvSpPr/>
          <p:nvPr/>
        </p:nvSpPr>
        <p:spPr>
          <a:xfrm>
            <a:off x="4434840" y="1005840"/>
            <a:ext cx="3794760" cy="1783080"/>
          </a:xfrm>
          <a:prstGeom prst="rect">
            <a:avLst/>
          </a:prstGeom>
          <a:solidFill>
            <a:srgbClr val="0D0D0D">
              <a:alpha val="90000"/>
            </a:srgbClr>
          </a:solidFill>
          <a:ln w="6350">
            <a:solidFill>
              <a:srgbClr val="2A2A2A"/>
            </a:solidFill>
            <a:prstDash val="solid"/>
          </a:ln>
        </p:spPr>
        <p:txBody>
          <a:bodyPr/>
          <a:lstStyle/>
          <a:p>
            <a:endParaRPr lang="en-US"/>
          </a:p>
        </p:txBody>
      </p:sp>
      <p:sp>
        <p:nvSpPr>
          <p:cNvPr id="9" name="Shape 7"/>
          <p:cNvSpPr/>
          <p:nvPr/>
        </p:nvSpPr>
        <p:spPr>
          <a:xfrm>
            <a:off x="4434840" y="1005840"/>
            <a:ext cx="3794760" cy="50292"/>
          </a:xfrm>
          <a:prstGeom prst="rect">
            <a:avLst/>
          </a:prstGeom>
          <a:solidFill>
            <a:srgbClr val="FFCB1A"/>
          </a:solidFill>
          <a:ln w="12700">
            <a:solidFill>
              <a:srgbClr val="FFCB1A"/>
            </a:solidFill>
            <a:prstDash val="solid"/>
          </a:ln>
        </p:spPr>
        <p:txBody>
          <a:bodyPr/>
          <a:lstStyle/>
          <a:p>
            <a:endParaRPr lang="en-US"/>
          </a:p>
        </p:txBody>
      </p:sp>
      <p:sp>
        <p:nvSpPr>
          <p:cNvPr id="10" name="Text 8"/>
          <p:cNvSpPr/>
          <p:nvPr/>
        </p:nvSpPr>
        <p:spPr>
          <a:xfrm>
            <a:off x="4636008" y="1170432"/>
            <a:ext cx="3392424" cy="1051560"/>
          </a:xfrm>
          <a:prstGeom prst="rect">
            <a:avLst/>
          </a:prstGeom>
          <a:noFill/>
          <a:ln/>
        </p:spPr>
        <p:txBody>
          <a:bodyPr wrap="square" lIns="0" tIns="0" rIns="0" bIns="0" rtlCol="0" anchor="ctr"/>
          <a:lstStyle/>
          <a:p>
            <a:pPr marL="0" indent="0" algn="l">
              <a:buNone/>
            </a:pPr>
            <a:r>
              <a:rPr lang="en-US" sz="5800" b="1" dirty="0">
                <a:solidFill>
                  <a:srgbClr val="FFCB1A"/>
                </a:solidFill>
                <a:latin typeface="Futura" pitchFamily="34" charset="0"/>
                <a:ea typeface="Futura" pitchFamily="34" charset="-122"/>
                <a:cs typeface="Futura" pitchFamily="34" charset="-120"/>
              </a:rPr>
              <a:t>000</a:t>
            </a:r>
            <a:endParaRPr lang="en-US" sz="5800" dirty="0"/>
          </a:p>
        </p:txBody>
      </p:sp>
      <p:sp>
        <p:nvSpPr>
          <p:cNvPr id="11" name="Text 9"/>
          <p:cNvSpPr/>
          <p:nvPr/>
        </p:nvSpPr>
        <p:spPr>
          <a:xfrm>
            <a:off x="4636008" y="2359152"/>
            <a:ext cx="3392424" cy="320040"/>
          </a:xfrm>
          <a:prstGeom prst="rect">
            <a:avLst/>
          </a:prstGeom>
          <a:noFill/>
          <a:ln/>
        </p:spPr>
        <p:txBody>
          <a:bodyPr wrap="square" lIns="0" tIns="0" rIns="0" bIns="0" rtlCol="0" anchor="t"/>
          <a:lstStyle/>
          <a:p>
            <a:pPr marL="0" indent="0" algn="l">
              <a:buNone/>
            </a:pPr>
            <a:r>
              <a:rPr lang="en-US" sz="1000" dirty="0">
                <a:solidFill>
                  <a:srgbClr val="B4B4B5"/>
                </a:solidFill>
                <a:latin typeface="Proxima Nova" pitchFamily="34" charset="0"/>
                <a:ea typeface="Proxima Nova" pitchFamily="34" charset="-122"/>
                <a:cs typeface="Proxima Nova" pitchFamily="34" charset="-120"/>
              </a:rPr>
              <a:t>[Metric label]</a:t>
            </a:r>
            <a:endParaRPr lang="en-US" sz="1000" dirty="0"/>
          </a:p>
        </p:txBody>
      </p:sp>
      <p:sp>
        <p:nvSpPr>
          <p:cNvPr id="12" name="Shape 10"/>
          <p:cNvSpPr/>
          <p:nvPr/>
        </p:nvSpPr>
        <p:spPr>
          <a:xfrm>
            <a:off x="502920" y="2926080"/>
            <a:ext cx="3794760" cy="1783080"/>
          </a:xfrm>
          <a:prstGeom prst="rect">
            <a:avLst/>
          </a:prstGeom>
          <a:solidFill>
            <a:srgbClr val="0D0D0D">
              <a:alpha val="90000"/>
            </a:srgbClr>
          </a:solidFill>
          <a:ln w="6350">
            <a:solidFill>
              <a:srgbClr val="2A2A2A"/>
            </a:solidFill>
            <a:prstDash val="solid"/>
          </a:ln>
        </p:spPr>
        <p:txBody>
          <a:bodyPr/>
          <a:lstStyle/>
          <a:p>
            <a:endParaRPr lang="en-US"/>
          </a:p>
        </p:txBody>
      </p:sp>
      <p:sp>
        <p:nvSpPr>
          <p:cNvPr id="13" name="Shape 11"/>
          <p:cNvSpPr/>
          <p:nvPr/>
        </p:nvSpPr>
        <p:spPr>
          <a:xfrm>
            <a:off x="502920" y="2926080"/>
            <a:ext cx="3794760" cy="50292"/>
          </a:xfrm>
          <a:prstGeom prst="rect">
            <a:avLst/>
          </a:prstGeom>
          <a:solidFill>
            <a:srgbClr val="FFCB1A"/>
          </a:solidFill>
          <a:ln w="12700">
            <a:solidFill>
              <a:srgbClr val="FFCB1A"/>
            </a:solidFill>
            <a:prstDash val="solid"/>
          </a:ln>
        </p:spPr>
        <p:txBody>
          <a:bodyPr/>
          <a:lstStyle/>
          <a:p>
            <a:endParaRPr lang="en-US"/>
          </a:p>
        </p:txBody>
      </p:sp>
      <p:sp>
        <p:nvSpPr>
          <p:cNvPr id="14" name="Text 12"/>
          <p:cNvSpPr/>
          <p:nvPr/>
        </p:nvSpPr>
        <p:spPr>
          <a:xfrm>
            <a:off x="704088" y="3090672"/>
            <a:ext cx="3392424" cy="1051560"/>
          </a:xfrm>
          <a:prstGeom prst="rect">
            <a:avLst/>
          </a:prstGeom>
          <a:noFill/>
          <a:ln/>
        </p:spPr>
        <p:txBody>
          <a:bodyPr wrap="square" lIns="0" tIns="0" rIns="0" bIns="0" rtlCol="0" anchor="ctr"/>
          <a:lstStyle/>
          <a:p>
            <a:pPr marL="0" indent="0" algn="l">
              <a:buNone/>
            </a:pPr>
            <a:r>
              <a:rPr lang="en-US" sz="5800" b="1" dirty="0">
                <a:solidFill>
                  <a:srgbClr val="FFCB1A"/>
                </a:solidFill>
                <a:latin typeface="Futura" pitchFamily="34" charset="0"/>
                <a:ea typeface="Futura" pitchFamily="34" charset="-122"/>
                <a:cs typeface="Futura" pitchFamily="34" charset="-120"/>
              </a:rPr>
              <a:t>000</a:t>
            </a:r>
            <a:endParaRPr lang="en-US" sz="5800" dirty="0"/>
          </a:p>
        </p:txBody>
      </p:sp>
      <p:sp>
        <p:nvSpPr>
          <p:cNvPr id="15" name="Text 13"/>
          <p:cNvSpPr/>
          <p:nvPr/>
        </p:nvSpPr>
        <p:spPr>
          <a:xfrm>
            <a:off x="704088" y="4279392"/>
            <a:ext cx="3392424" cy="320040"/>
          </a:xfrm>
          <a:prstGeom prst="rect">
            <a:avLst/>
          </a:prstGeom>
          <a:noFill/>
          <a:ln/>
        </p:spPr>
        <p:txBody>
          <a:bodyPr wrap="square" lIns="0" tIns="0" rIns="0" bIns="0" rtlCol="0" anchor="t"/>
          <a:lstStyle/>
          <a:p>
            <a:pPr marL="0" indent="0" algn="l">
              <a:buNone/>
            </a:pPr>
            <a:r>
              <a:rPr lang="en-US" sz="1000" dirty="0">
                <a:solidFill>
                  <a:srgbClr val="B4B4B5"/>
                </a:solidFill>
                <a:latin typeface="Proxima Nova" pitchFamily="34" charset="0"/>
                <a:ea typeface="Proxima Nova" pitchFamily="34" charset="-122"/>
                <a:cs typeface="Proxima Nova" pitchFamily="34" charset="-120"/>
              </a:rPr>
              <a:t>[Metric label]</a:t>
            </a:r>
            <a:endParaRPr lang="en-US" sz="1000" dirty="0"/>
          </a:p>
        </p:txBody>
      </p:sp>
      <p:sp>
        <p:nvSpPr>
          <p:cNvPr id="16" name="Shape 14"/>
          <p:cNvSpPr/>
          <p:nvPr/>
        </p:nvSpPr>
        <p:spPr>
          <a:xfrm>
            <a:off x="4434840" y="2926080"/>
            <a:ext cx="3794760" cy="1783080"/>
          </a:xfrm>
          <a:prstGeom prst="rect">
            <a:avLst/>
          </a:prstGeom>
          <a:solidFill>
            <a:srgbClr val="0D0D0D">
              <a:alpha val="90000"/>
            </a:srgbClr>
          </a:solidFill>
          <a:ln w="6350">
            <a:solidFill>
              <a:srgbClr val="2A2A2A"/>
            </a:solidFill>
            <a:prstDash val="solid"/>
          </a:ln>
        </p:spPr>
        <p:txBody>
          <a:bodyPr/>
          <a:lstStyle/>
          <a:p>
            <a:endParaRPr lang="en-US"/>
          </a:p>
        </p:txBody>
      </p:sp>
      <p:sp>
        <p:nvSpPr>
          <p:cNvPr id="17" name="Shape 15"/>
          <p:cNvSpPr/>
          <p:nvPr/>
        </p:nvSpPr>
        <p:spPr>
          <a:xfrm>
            <a:off x="4434840" y="2926080"/>
            <a:ext cx="3794760" cy="50292"/>
          </a:xfrm>
          <a:prstGeom prst="rect">
            <a:avLst/>
          </a:prstGeom>
          <a:solidFill>
            <a:srgbClr val="FFCB1A"/>
          </a:solidFill>
          <a:ln w="12700">
            <a:solidFill>
              <a:srgbClr val="FFCB1A"/>
            </a:solidFill>
            <a:prstDash val="solid"/>
          </a:ln>
        </p:spPr>
        <p:txBody>
          <a:bodyPr/>
          <a:lstStyle/>
          <a:p>
            <a:endParaRPr lang="en-US"/>
          </a:p>
        </p:txBody>
      </p:sp>
      <p:sp>
        <p:nvSpPr>
          <p:cNvPr id="18" name="Text 16"/>
          <p:cNvSpPr/>
          <p:nvPr/>
        </p:nvSpPr>
        <p:spPr>
          <a:xfrm>
            <a:off x="4636008" y="3090672"/>
            <a:ext cx="3392424" cy="1051560"/>
          </a:xfrm>
          <a:prstGeom prst="rect">
            <a:avLst/>
          </a:prstGeom>
          <a:noFill/>
          <a:ln/>
        </p:spPr>
        <p:txBody>
          <a:bodyPr wrap="square" lIns="0" tIns="0" rIns="0" bIns="0" rtlCol="0" anchor="ctr"/>
          <a:lstStyle/>
          <a:p>
            <a:pPr marL="0" indent="0" algn="l">
              <a:buNone/>
            </a:pPr>
            <a:r>
              <a:rPr lang="en-US" sz="5800" b="1" dirty="0">
                <a:solidFill>
                  <a:srgbClr val="FFCB1A"/>
                </a:solidFill>
                <a:latin typeface="Futura" pitchFamily="34" charset="0"/>
                <a:ea typeface="Futura" pitchFamily="34" charset="-122"/>
                <a:cs typeface="Futura" pitchFamily="34" charset="-120"/>
              </a:rPr>
              <a:t>000</a:t>
            </a:r>
            <a:endParaRPr lang="en-US" sz="5800" dirty="0"/>
          </a:p>
        </p:txBody>
      </p:sp>
      <p:sp>
        <p:nvSpPr>
          <p:cNvPr id="19" name="Text 17"/>
          <p:cNvSpPr/>
          <p:nvPr/>
        </p:nvSpPr>
        <p:spPr>
          <a:xfrm>
            <a:off x="4636008" y="4279392"/>
            <a:ext cx="3392424" cy="320040"/>
          </a:xfrm>
          <a:prstGeom prst="rect">
            <a:avLst/>
          </a:prstGeom>
          <a:noFill/>
          <a:ln/>
        </p:spPr>
        <p:txBody>
          <a:bodyPr wrap="square" lIns="0" tIns="0" rIns="0" bIns="0" rtlCol="0" anchor="t"/>
          <a:lstStyle/>
          <a:p>
            <a:pPr marL="0" indent="0" algn="l">
              <a:buNone/>
            </a:pPr>
            <a:r>
              <a:rPr lang="en-US" sz="1000" dirty="0">
                <a:solidFill>
                  <a:srgbClr val="B4B4B5"/>
                </a:solidFill>
                <a:latin typeface="Proxima Nova" pitchFamily="34" charset="0"/>
                <a:ea typeface="Proxima Nova" pitchFamily="34" charset="-122"/>
                <a:cs typeface="Proxima Nova" pitchFamily="34" charset="-120"/>
              </a:rPr>
              <a:t>[Metric label]</a:t>
            </a:r>
            <a:endParaRPr lang="en-US" sz="1000" dirty="0"/>
          </a:p>
        </p:txBody>
      </p:sp>
      <p:sp>
        <p:nvSpPr>
          <p:cNvPr id="25" name="Slide Number Placeholder 0"/>
          <p:cNvSpPr>
            <a:spLocks noGrp="1"/>
          </p:cNvSpPr>
          <p:nvPr>
            <p:ph type="sldNum" sz="quarter" idx="4294967295"/>
          </p:nvPr>
        </p:nvSpPr>
        <p:spPr>
          <a:xfrm>
            <a:off x="8641080" y="4887468"/>
            <a:ext cx="27432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B4B4B5"/>
                </a:solidFill>
                <a:latin typeface="Proxima Nova"/>
                <a:ea typeface="Proxima Nova"/>
                <a:cs typeface="Proxima Nova"/>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1691640"/>
            <a:ext cx="7315200" cy="960120"/>
          </a:xfrm>
          <a:prstGeom prst="rect">
            <a:avLst/>
          </a:prstGeom>
          <a:noFill/>
          <a:ln/>
        </p:spPr>
        <p:txBody>
          <a:bodyPr wrap="square" lIns="0" tIns="0" rIns="0" bIns="0" rtlCol="0" anchor="ctr"/>
          <a:lstStyle/>
          <a:p>
            <a:pPr marL="0" indent="0" algn="l">
              <a:buNone/>
            </a:pPr>
            <a:r>
              <a:rPr lang="en-US" sz="5200" b="1" kern="0" spc="500" dirty="0">
                <a:solidFill>
                  <a:srgbClr val="FFFFFF"/>
                </a:solidFill>
                <a:latin typeface="Futura" pitchFamily="34" charset="0"/>
                <a:ea typeface="Futura" pitchFamily="34" charset="-122"/>
                <a:cs typeface="Futura" pitchFamily="34" charset="-120"/>
              </a:rPr>
              <a:t>THANK YOU</a:t>
            </a:r>
            <a:endParaRPr lang="en-US" sz="5200" dirty="0"/>
          </a:p>
        </p:txBody>
      </p:sp>
      <p:sp>
        <p:nvSpPr>
          <p:cNvPr id="3" name="Shape 1"/>
          <p:cNvSpPr/>
          <p:nvPr/>
        </p:nvSpPr>
        <p:spPr>
          <a:xfrm>
            <a:off x="502920" y="2743200"/>
            <a:ext cx="3474720" cy="20117"/>
          </a:xfrm>
          <a:prstGeom prst="rect">
            <a:avLst/>
          </a:prstGeom>
          <a:solidFill>
            <a:srgbClr val="FFCB1A"/>
          </a:solidFill>
          <a:ln w="12700">
            <a:solidFill>
              <a:srgbClr val="FFCB1A"/>
            </a:solidFill>
            <a:prstDash val="solid"/>
          </a:ln>
        </p:spPr>
        <p:txBody>
          <a:bodyPr/>
          <a:lstStyle/>
          <a:p>
            <a:endParaRPr lang="en-US"/>
          </a:p>
        </p:txBody>
      </p:sp>
      <p:sp>
        <p:nvSpPr>
          <p:cNvPr id="4" name="Text 2"/>
          <p:cNvSpPr/>
          <p:nvPr/>
        </p:nvSpPr>
        <p:spPr>
          <a:xfrm>
            <a:off x="502920" y="2871216"/>
            <a:ext cx="5029200" cy="274320"/>
          </a:xfrm>
          <a:prstGeom prst="rect">
            <a:avLst/>
          </a:prstGeom>
          <a:noFill/>
          <a:ln/>
        </p:spPr>
        <p:txBody>
          <a:bodyPr wrap="square" lIns="0" tIns="0" rIns="0" bIns="0" rtlCol="0" anchor="ctr"/>
          <a:lstStyle/>
          <a:p>
            <a:pPr marL="0" indent="0" algn="l">
              <a:buNone/>
            </a:pPr>
            <a:r>
              <a:rPr lang="en-US" sz="1300" dirty="0">
                <a:solidFill>
                  <a:srgbClr val="B4B4B5"/>
                </a:solidFill>
                <a:latin typeface="Proxima Nova" pitchFamily="34" charset="0"/>
                <a:ea typeface="Proxima Nova" pitchFamily="34" charset="-122"/>
                <a:cs typeface="Proxima Nova" pitchFamily="34" charset="-120"/>
              </a:rPr>
              <a:t>[www.lighthouseegypt.com]</a:t>
            </a:r>
            <a:endParaRPr lang="en-US" sz="1300" dirty="0"/>
          </a:p>
        </p:txBody>
      </p:sp>
      <p:sp>
        <p:nvSpPr>
          <p:cNvPr id="5" name="Text 3"/>
          <p:cNvSpPr/>
          <p:nvPr/>
        </p:nvSpPr>
        <p:spPr>
          <a:xfrm>
            <a:off x="502920" y="3200400"/>
            <a:ext cx="5943600" cy="256032"/>
          </a:xfrm>
          <a:prstGeom prst="rect">
            <a:avLst/>
          </a:prstGeom>
          <a:noFill/>
          <a:ln/>
        </p:spPr>
        <p:txBody>
          <a:bodyPr wrap="square" lIns="0" tIns="0" rIns="0" bIns="0" rtlCol="0" anchor="ctr"/>
          <a:lstStyle/>
          <a:p>
            <a:pPr marL="0" indent="0" algn="l">
              <a:buNone/>
            </a:pPr>
            <a:r>
              <a:rPr lang="en-US" sz="1100" dirty="0">
                <a:solidFill>
                  <a:srgbClr val="505151"/>
                </a:solidFill>
                <a:latin typeface="Proxima Nova" pitchFamily="34" charset="0"/>
                <a:ea typeface="Proxima Nova" pitchFamily="34" charset="-122"/>
                <a:cs typeface="Proxima Nova" pitchFamily="34" charset="-120"/>
              </a:rPr>
              <a:t>[info@lighthouseegypt.com  |  +20 1XX XXX XXXX]</a:t>
            </a:r>
            <a:endParaRPr lang="en-US" sz="1100" dirty="0"/>
          </a:p>
        </p:txBody>
      </p:sp>
      <p:sp>
        <p:nvSpPr>
          <p:cNvPr id="25" name="Slide Number Placeholder 0"/>
          <p:cNvSpPr>
            <a:spLocks noGrp="1"/>
          </p:cNvSpPr>
          <p:nvPr>
            <p:ph type="sldNum" sz="quarter" idx="4294967295"/>
          </p:nvPr>
        </p:nvSpPr>
        <p:spPr>
          <a:xfrm>
            <a:off x="8641080" y="4887468"/>
            <a:ext cx="27432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B4B4B5"/>
                </a:solidFill>
                <a:latin typeface="Proxima Nova"/>
                <a:ea typeface="Proxima Nova"/>
                <a:cs typeface="Proxima Nova"/>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268</Words>
  <Application>Microsoft Macintosh PowerPoint</Application>
  <PresentationFormat>On-screen Show (16:9)</PresentationFormat>
  <Paragraphs>66</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Futura</vt:lpstr>
      <vt:lpstr>Proxima Nova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Lighthouse Construction — Presentation Template</dc:title>
  <dc:subject>Brand Template v2</dc:subject>
  <dc:creator>Lighthouse Construction</dc:creator>
  <cp:lastModifiedBy>Omar El Banna</cp:lastModifiedBy>
  <cp:revision>1</cp:revision>
  <dcterms:created xsi:type="dcterms:W3CDTF">2026-03-29T23:04:11Z</dcterms:created>
  <dcterms:modified xsi:type="dcterms:W3CDTF">2026-04-10T04:02:06Z</dcterms:modified>
</cp:coreProperties>
</file>